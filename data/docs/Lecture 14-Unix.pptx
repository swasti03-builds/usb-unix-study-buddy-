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D713-452F-6839-ACC2-2C2851DF5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529FE-6AF9-6AD2-7814-224FB602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Unix system calls: low level I/O, File system directories, </a:t>
            </a:r>
            <a:r>
              <a:rPr lang="en-US" dirty="0" err="1"/>
              <a:t>inodes</a:t>
            </a:r>
            <a:r>
              <a:rPr lang="en-US" dirty="0"/>
              <a:t>, process and interrupts related system calls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28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37BE-900B-4643-0092-815A2860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system calls in Unix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9F9B2-3B9F-267C-EEFF-40049C9BD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system call</a:t>
            </a:r>
            <a:r>
              <a:rPr lang="en-US" dirty="0"/>
              <a:t> is a </a:t>
            </a:r>
            <a:r>
              <a:rPr lang="en-US" b="1" dirty="0"/>
              <a:t>programming interface between a user program and the operating system kernel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allows user-level applications to </a:t>
            </a:r>
            <a:r>
              <a:rPr lang="en-US" b="1" dirty="0"/>
              <a:t>request services</a:t>
            </a:r>
            <a:r>
              <a:rPr lang="en-US" dirty="0"/>
              <a:t> (like reading a file, creating a process, or communicating over the network) </a:t>
            </a:r>
            <a:r>
              <a:rPr lang="en-US" b="1" dirty="0"/>
              <a:t>from the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07FE8A-EEF5-4CF7-8F4D-BF5B0194E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9298" y="58150"/>
            <a:ext cx="4533232" cy="6799850"/>
          </a:xfrm>
        </p:spPr>
      </p:pic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94C61F32-4740-4A53-B24B-9711586B2C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96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6A51-CF64-40AA-A661-C59F303C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level system calls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9BC30-741B-43BB-90AB-D3FA64BA6E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643664"/>
          <a:ext cx="9604374" cy="219456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127346512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29674458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9264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Opens a file and returns a file descriptor.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178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read()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Reads data from a file descriptor into a buffer.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8077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write()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Writes data from a buffer to a file descriptor.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789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lseek()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Moves the file offset (read/write pointer).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2561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close()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Closes an open file descriptor.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319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79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681C-8F0B-4A60-B942-DE7DE93B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related system calls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5A5E72-99AE-4231-B815-486C58062A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277904"/>
          <a:ext cx="9604374" cy="292608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94797947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8486554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7652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mkdir()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Creates a new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490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rmdir()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Removes an empty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1362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opendir()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Opens a directory stream for reading.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6573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readdir()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Reads one directory entry at a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2666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closedir()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Closes the directory stream.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780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chdir()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Changes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040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getcwd()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Gets the current working directory path.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845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41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E7EE-103A-40F5-84DA-6033BC59E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42420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An </a:t>
            </a:r>
            <a:r>
              <a:rPr lang="en-US" b="1" dirty="0" err="1"/>
              <a:t>inode</a:t>
            </a:r>
            <a:r>
              <a:rPr lang="en-US" dirty="0"/>
              <a:t> is a data structure that stores </a:t>
            </a:r>
            <a:r>
              <a:rPr lang="en-US" b="1" dirty="0"/>
              <a:t>metadata</a:t>
            </a:r>
            <a:r>
              <a:rPr lang="en-US" dirty="0"/>
              <a:t> about a file (not its name or data).</a:t>
            </a:r>
            <a:br>
              <a:rPr lang="en-US" dirty="0"/>
            </a:br>
            <a:r>
              <a:rPr lang="en-US" dirty="0"/>
              <a:t>Each file has a unique </a:t>
            </a:r>
            <a:r>
              <a:rPr lang="en-US" b="1" dirty="0" err="1"/>
              <a:t>inode</a:t>
            </a:r>
            <a:r>
              <a:rPr lang="en-US" b="1" dirty="0"/>
              <a:t> number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871D-DFB2-49A4-BC84-8000800AA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n-NO" dirty="0"/>
              <a:t>ls -i filename</a:t>
            </a:r>
          </a:p>
          <a:p>
            <a:r>
              <a:rPr lang="nn-NO" dirty="0"/>
              <a:t>stat filename</a:t>
            </a:r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r>
              <a:rPr lang="en-US" b="1" dirty="0" err="1"/>
              <a:t>Inode</a:t>
            </a:r>
            <a:r>
              <a:rPr lang="en-US" b="1" dirty="0"/>
              <a:t> Contains:</a:t>
            </a:r>
          </a:p>
          <a:p>
            <a:pPr marL="0" indent="0">
              <a:buNone/>
            </a:pPr>
            <a:r>
              <a:rPr lang="en-US" dirty="0"/>
              <a:t>File type (regular, directory, device, etc.)</a:t>
            </a:r>
          </a:p>
          <a:p>
            <a:pPr marL="0" indent="0">
              <a:buNone/>
            </a:pPr>
            <a:r>
              <a:rPr lang="en-US" dirty="0"/>
              <a:t>File size</a:t>
            </a:r>
          </a:p>
          <a:p>
            <a:pPr marL="0" indent="0">
              <a:buNone/>
            </a:pPr>
            <a:r>
              <a:rPr lang="en-US" dirty="0"/>
              <a:t>Ownership (UID, GID)</a:t>
            </a:r>
          </a:p>
          <a:p>
            <a:pPr marL="0" indent="0">
              <a:buNone/>
            </a:pPr>
            <a:r>
              <a:rPr lang="en-US" dirty="0"/>
              <a:t>Permissions</a:t>
            </a:r>
          </a:p>
          <a:p>
            <a:pPr marL="0" indent="0">
              <a:buNone/>
            </a:pPr>
            <a:r>
              <a:rPr lang="en-US" dirty="0"/>
              <a:t>Timestamps (created, modified, accessed)</a:t>
            </a:r>
          </a:p>
          <a:p>
            <a:pPr marL="0" indent="0">
              <a:buNone/>
            </a:pPr>
            <a:r>
              <a:rPr lang="en-US" dirty="0"/>
              <a:t>Pointers to data blocks on disk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55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F313-DE96-4E7A-A38F-03B0E0E4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Process-Related System Calls- </a:t>
            </a:r>
            <a:br>
              <a:rPr lang="en-IN" dirty="0"/>
            </a:br>
            <a:r>
              <a:rPr lang="en-US" sz="1800" dirty="0"/>
              <a:t>Processes are the </a:t>
            </a:r>
            <a:r>
              <a:rPr lang="en-US" sz="1800" b="1" dirty="0"/>
              <a:t>basic units of execution</a:t>
            </a:r>
            <a:r>
              <a:rPr lang="en-US" sz="1800" dirty="0"/>
              <a:t> in UNIX.</a:t>
            </a:r>
            <a:br>
              <a:rPr lang="en-US" sz="1800" dirty="0"/>
            </a:br>
            <a:r>
              <a:rPr lang="en-US" sz="1800" dirty="0"/>
              <a:t>System calls are used to </a:t>
            </a:r>
            <a:r>
              <a:rPr lang="en-US" sz="1800" b="1" dirty="0"/>
              <a:t>create, manage, and terminate</a:t>
            </a:r>
            <a:r>
              <a:rPr lang="en-US" sz="1800" dirty="0"/>
              <a:t> them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4C3CED-F0C3-4EFA-A9E4-602D50F2F6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323624"/>
          <a:ext cx="9604374" cy="28346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51140154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126838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7111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fork()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Creates a new child process (duplicate of parent).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74756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exec()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Replaces the current process image with a new program.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3947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wait()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Waits for a child process to terminate.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5594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exit()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Terminates the current process.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0258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getpid()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Returns the current process ID.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14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getppid()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Returns the parent process ID.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526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08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CC96-8A03-4DA4-B552-8BF70D79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Interrupts and Signals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4F01D9-419C-459A-A2EE-26000BC4A9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826544"/>
          <a:ext cx="9604374" cy="182880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3618748006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681019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9449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signal()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Defines a handler function for a signal.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0725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kill()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Sends a signal to a process.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1886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alarm()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Schedules a SIGALRM after a time delay.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473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pause()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Suspends process until a signal arrives.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12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23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73F1C-0A3D-4F8F-879F-61B623D3C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6923" y="0"/>
            <a:ext cx="4572000" cy="6858002"/>
          </a:xfrm>
        </p:spPr>
      </p:pic>
    </p:spTree>
    <p:extLst>
      <p:ext uri="{BB962C8B-B14F-4D97-AF65-F5344CB8AC3E}">
        <p14:creationId xmlns:p14="http://schemas.microsoft.com/office/powerpoint/2010/main" val="35057351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</TotalTime>
  <Words>404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Lecture 14</vt:lpstr>
      <vt:lpstr>What is system calls in Unix system</vt:lpstr>
      <vt:lpstr>PowerPoint Presentation</vt:lpstr>
      <vt:lpstr>Low level system calls</vt:lpstr>
      <vt:lpstr>File system related system calls</vt:lpstr>
      <vt:lpstr>An inode is a data structure that stores metadata about a file (not its name or data). Each file has a unique inode number.</vt:lpstr>
      <vt:lpstr>Process-Related System Calls-  Processes are the basic units of execution in UNIX. System calls are used to create, manage, and terminate them</vt:lpstr>
      <vt:lpstr>Interrupts and Signals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</dc:title>
  <dc:creator>prashant kaushik</dc:creator>
  <cp:lastModifiedBy>prashant kaushik</cp:lastModifiedBy>
  <cp:revision>23</cp:revision>
  <dcterms:created xsi:type="dcterms:W3CDTF">2025-10-03T03:46:05Z</dcterms:created>
  <dcterms:modified xsi:type="dcterms:W3CDTF">2025-11-07T04:25:46Z</dcterms:modified>
</cp:coreProperties>
</file>