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embeddedFontLst>
    <p:embeddedFont>
      <p:font typeface="Century Gothic"/>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CenturyGothic-bold.fntdata"/><Relationship Id="rId41" Type="http://schemas.openxmlformats.org/officeDocument/2006/relationships/font" Target="fonts/CenturyGothic-regular.fntdata"/><Relationship Id="rId22" Type="http://schemas.openxmlformats.org/officeDocument/2006/relationships/slide" Target="slides/slide17.xml"/><Relationship Id="rId44" Type="http://schemas.openxmlformats.org/officeDocument/2006/relationships/font" Target="fonts/CenturyGothic-boldItalic.fntdata"/><Relationship Id="rId21" Type="http://schemas.openxmlformats.org/officeDocument/2006/relationships/slide" Target="slides/slide16.xml"/><Relationship Id="rId43" Type="http://schemas.openxmlformats.org/officeDocument/2006/relationships/font" Target="fonts/CenturyGothic-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When the web was conceived, browsers were limited to text and image -  later tables and frames. The extent to which they provided interactivity with the user was very limited. JavaScript was developed by Netscape as a simple programming language (often referred to as a scripting language). It is easy to learn and small sections of JavaScript can be added to a web page rather than needing to develop complicated programs. It was specially designed for web page interaction and manipulating the web browser and page elements. It is often used to respond to user actions such as mouse clicks.</a:t>
            </a:r>
            <a:endParaRPr/>
          </a:p>
          <a:p>
            <a:pPr indent="-228600" lvl="0" marL="457200" marR="0" rtl="0" algn="l">
              <a:lnSpc>
                <a:spcPct val="100000"/>
              </a:lnSpc>
              <a:spcBef>
                <a:spcPts val="0"/>
              </a:spcBef>
              <a:spcAft>
                <a:spcPts val="0"/>
              </a:spcAft>
              <a:buClr>
                <a:srgbClr val="000000"/>
              </a:buClr>
              <a:buSzPts val="1400"/>
              <a:buFont typeface="Arial"/>
              <a:buNone/>
            </a:pPr>
            <a:r>
              <a:rPr lang="en-US"/>
              <a:t>Although developed by Netscape, and other variants exist, such as Jscript from Microsoft, a standard has been developed by the European Computer Manufacturers Association. It is known as ECMAScript, using the standard ECMA262, which can be found fully documented at the address on the slide.</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
          <p:cNvGrpSpPr/>
          <p:nvPr/>
        </p:nvGrpSpPr>
        <p:grpSpPr>
          <a:xfrm>
            <a:off x="0" y="0"/>
            <a:ext cx="12192000" cy="6858000"/>
            <a:chOff x="0" y="0"/>
            <a:chExt cx="12192000" cy="6858000"/>
          </a:xfrm>
        </p:grpSpPr>
        <p:sp>
          <p:nvSpPr>
            <p:cNvPr id="28" name="Google Shape;28;p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0" name="Google Shape;30;p2"/>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440"/>
              <a:buNone/>
              <a:defRPr cap="none">
                <a:solidFill>
                  <a:srgbClr val="EE52A4"/>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2" name="Google Shape;32;p2"/>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42" name="Shape 42"/>
        <p:cNvGrpSpPr/>
        <p:nvPr/>
      </p:nvGrpSpPr>
      <p:grpSpPr>
        <a:xfrm>
          <a:off x="0" y="0"/>
          <a:ext cx="0" cy="0"/>
          <a:chOff x="0" y="0"/>
          <a:chExt cx="0" cy="0"/>
        </a:xfrm>
      </p:grpSpPr>
      <p:grpSp>
        <p:nvGrpSpPr>
          <p:cNvPr id="43" name="Google Shape;43;p4"/>
          <p:cNvGrpSpPr/>
          <p:nvPr/>
        </p:nvGrpSpPr>
        <p:grpSpPr>
          <a:xfrm>
            <a:off x="0" y="0"/>
            <a:ext cx="12192000" cy="6858000"/>
            <a:chOff x="0" y="0"/>
            <a:chExt cx="12192000" cy="6858000"/>
          </a:xfrm>
        </p:grpSpPr>
        <p:sp>
          <p:nvSpPr>
            <p:cNvPr id="44" name="Google Shape;44;p4"/>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52" name="Google Shape;52;p4"/>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4" name="Google Shape;54;p4"/>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600"/>
              <a:buNone/>
              <a:defRPr sz="2000" cap="none">
                <a:solidFill>
                  <a:srgbClr val="EE52A4"/>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6" name="Google Shape;56;p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0" name="Shape 60"/>
        <p:cNvGrpSpPr/>
        <p:nvPr/>
      </p:nvGrpSpPr>
      <p:grpSpPr>
        <a:xfrm>
          <a:off x="0" y="0"/>
          <a:ext cx="0" cy="0"/>
          <a:chOff x="0" y="0"/>
          <a:chExt cx="0" cy="0"/>
        </a:xfrm>
      </p:grpSpPr>
      <p:sp>
        <p:nvSpPr>
          <p:cNvPr id="61" name="Google Shape;61;p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5"/>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0" name="Google Shape;70;p6"/>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1" name="Google Shape;71;p6"/>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2" name="Google Shape;72;p6"/>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73" name="Google Shape;73;p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1" name="Shape 81"/>
        <p:cNvGrpSpPr/>
        <p:nvPr/>
      </p:nvGrpSpPr>
      <p:grpSpPr>
        <a:xfrm>
          <a:off x="0" y="0"/>
          <a:ext cx="0" cy="0"/>
          <a:chOff x="0" y="0"/>
          <a:chExt cx="0" cy="0"/>
        </a:xfrm>
      </p:grpSpPr>
      <p:sp>
        <p:nvSpPr>
          <p:cNvPr id="82" name="Google Shape;82;p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6" name="Shape 86"/>
        <p:cNvGrpSpPr/>
        <p:nvPr/>
      </p:nvGrpSpPr>
      <p:grpSpPr>
        <a:xfrm>
          <a:off x="0" y="0"/>
          <a:ext cx="0" cy="0"/>
          <a:chOff x="0" y="0"/>
          <a:chExt cx="0" cy="0"/>
        </a:xfrm>
      </p:grpSpPr>
      <p:grpSp>
        <p:nvGrpSpPr>
          <p:cNvPr id="87" name="Google Shape;87;p9"/>
          <p:cNvGrpSpPr/>
          <p:nvPr/>
        </p:nvGrpSpPr>
        <p:grpSpPr>
          <a:xfrm>
            <a:off x="0" y="0"/>
            <a:ext cx="12192000" cy="6858000"/>
            <a:chOff x="0" y="0"/>
            <a:chExt cx="12192000" cy="6858000"/>
          </a:xfrm>
        </p:grpSpPr>
        <p:sp>
          <p:nvSpPr>
            <p:cNvPr id="88" name="Google Shape;88;p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7" name="Google Shape;97;p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8" name="Google Shape;98;p9"/>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9"/>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0" name="Google Shape;100;p9"/>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1" name="Google Shape;101;p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5" name="Shape 105"/>
        <p:cNvGrpSpPr/>
        <p:nvPr/>
      </p:nvGrpSpPr>
      <p:grpSpPr>
        <a:xfrm>
          <a:off x="0" y="0"/>
          <a:ext cx="0" cy="0"/>
          <a:chOff x="0" y="0"/>
          <a:chExt cx="0" cy="0"/>
        </a:xfrm>
      </p:grpSpPr>
      <p:grpSp>
        <p:nvGrpSpPr>
          <p:cNvPr id="106" name="Google Shape;106;p10"/>
          <p:cNvGrpSpPr/>
          <p:nvPr/>
        </p:nvGrpSpPr>
        <p:grpSpPr>
          <a:xfrm>
            <a:off x="0" y="0"/>
            <a:ext cx="12192000" cy="6858000"/>
            <a:chOff x="0" y="0"/>
            <a:chExt cx="12192000" cy="6858000"/>
          </a:xfrm>
        </p:grpSpPr>
        <p:sp>
          <p:nvSpPr>
            <p:cNvPr id="107" name="Google Shape;107;p1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0"/>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0"/>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0"/>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0"/>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0"/>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6" name="Google Shape;116;p1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7" name="Google Shape;117;p10"/>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0"/>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10"/>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1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4" name="Shape 124"/>
        <p:cNvGrpSpPr/>
        <p:nvPr/>
      </p:nvGrpSpPr>
      <p:grpSpPr>
        <a:xfrm>
          <a:off x="0" y="0"/>
          <a:ext cx="0" cy="0"/>
          <a:chOff x="0" y="0"/>
          <a:chExt cx="0" cy="0"/>
        </a:xfrm>
      </p:grpSpPr>
      <p:grpSp>
        <p:nvGrpSpPr>
          <p:cNvPr id="125" name="Google Shape;125;p11"/>
          <p:cNvGrpSpPr/>
          <p:nvPr/>
        </p:nvGrpSpPr>
        <p:grpSpPr>
          <a:xfrm>
            <a:off x="0" y="0"/>
            <a:ext cx="12192000" cy="6858000"/>
            <a:chOff x="0" y="0"/>
            <a:chExt cx="12192000" cy="6858000"/>
          </a:xfrm>
        </p:grpSpPr>
        <p:sp>
          <p:nvSpPr>
            <p:cNvPr id="126" name="Google Shape;126;p1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4" name="Google Shape;134;p1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5" name="Google Shape;135;p11"/>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1"/>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37" name="Google Shape;137;p11"/>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8" name="Google Shape;138;p1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42" name="Shape 142"/>
        <p:cNvGrpSpPr/>
        <p:nvPr/>
      </p:nvGrpSpPr>
      <p:grpSpPr>
        <a:xfrm>
          <a:off x="0" y="0"/>
          <a:ext cx="0" cy="0"/>
          <a:chOff x="0" y="0"/>
          <a:chExt cx="0" cy="0"/>
        </a:xfrm>
      </p:grpSpPr>
      <p:grpSp>
        <p:nvGrpSpPr>
          <p:cNvPr id="143" name="Google Shape;143;p12"/>
          <p:cNvGrpSpPr/>
          <p:nvPr/>
        </p:nvGrpSpPr>
        <p:grpSpPr>
          <a:xfrm>
            <a:off x="0" y="0"/>
            <a:ext cx="12192000" cy="6858000"/>
            <a:chOff x="0" y="0"/>
            <a:chExt cx="12192000" cy="6858000"/>
          </a:xfrm>
        </p:grpSpPr>
        <p:sp>
          <p:nvSpPr>
            <p:cNvPr id="144" name="Google Shape;144;p12"/>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2"/>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52" name="Google Shape;152;p12"/>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53" name="Google Shape;153;p12"/>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2"/>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55" name="Google Shape;155;p1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12"/>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59" name="Shape 159"/>
        <p:cNvGrpSpPr/>
        <p:nvPr/>
      </p:nvGrpSpPr>
      <p:grpSpPr>
        <a:xfrm>
          <a:off x="0" y="0"/>
          <a:ext cx="0" cy="0"/>
          <a:chOff x="0" y="0"/>
          <a:chExt cx="0" cy="0"/>
        </a:xfrm>
      </p:grpSpPr>
      <p:grpSp>
        <p:nvGrpSpPr>
          <p:cNvPr id="160" name="Google Shape;160;p13"/>
          <p:cNvGrpSpPr/>
          <p:nvPr/>
        </p:nvGrpSpPr>
        <p:grpSpPr>
          <a:xfrm>
            <a:off x="0" y="0"/>
            <a:ext cx="12192000" cy="6858000"/>
            <a:chOff x="0" y="0"/>
            <a:chExt cx="12192000" cy="6858000"/>
          </a:xfrm>
        </p:grpSpPr>
        <p:sp>
          <p:nvSpPr>
            <p:cNvPr id="161" name="Google Shape;161;p13"/>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3"/>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9" name="Google Shape;169;p13"/>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70" name="Google Shape;170;p13"/>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600">
                <a:solidFill>
                  <a:srgbClr val="EE52A4"/>
                </a:solidFill>
                <a:latin typeface="Arial"/>
                <a:ea typeface="Arial"/>
                <a:cs typeface="Arial"/>
                <a:sym typeface="Arial"/>
              </a:rPr>
              <a:t>“</a:t>
            </a:r>
            <a:endParaRPr/>
          </a:p>
        </p:txBody>
      </p:sp>
      <p:sp>
        <p:nvSpPr>
          <p:cNvPr id="171" name="Google Shape;171;p13"/>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600">
                <a:solidFill>
                  <a:srgbClr val="EE52A4"/>
                </a:solidFill>
                <a:latin typeface="Arial"/>
                <a:ea typeface="Arial"/>
                <a:cs typeface="Arial"/>
                <a:sym typeface="Arial"/>
              </a:rPr>
              <a:t>”</a:t>
            </a:r>
            <a:endParaRPr/>
          </a:p>
        </p:txBody>
      </p:sp>
      <p:sp>
        <p:nvSpPr>
          <p:cNvPr id="172" name="Google Shape;172;p13"/>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13"/>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4" name="Google Shape;174;p13"/>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5" name="Google Shape;175;p1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1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3"/>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79" name="Shape 179"/>
        <p:cNvGrpSpPr/>
        <p:nvPr/>
      </p:nvGrpSpPr>
      <p:grpSpPr>
        <a:xfrm>
          <a:off x="0" y="0"/>
          <a:ext cx="0" cy="0"/>
          <a:chOff x="0" y="0"/>
          <a:chExt cx="0" cy="0"/>
        </a:xfrm>
      </p:grpSpPr>
      <p:grpSp>
        <p:nvGrpSpPr>
          <p:cNvPr id="180" name="Google Shape;180;p14"/>
          <p:cNvGrpSpPr/>
          <p:nvPr/>
        </p:nvGrpSpPr>
        <p:grpSpPr>
          <a:xfrm>
            <a:off x="0" y="0"/>
            <a:ext cx="12192000" cy="6858000"/>
            <a:chOff x="0" y="0"/>
            <a:chExt cx="12192000" cy="6858000"/>
          </a:xfrm>
        </p:grpSpPr>
        <p:sp>
          <p:nvSpPr>
            <p:cNvPr id="181" name="Google Shape;181;p14"/>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9" name="Google Shape;189;p14"/>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90" name="Google Shape;190;p14"/>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4"/>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EE52A4"/>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92" name="Google Shape;192;p1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1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1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6" name="Shape 196"/>
        <p:cNvGrpSpPr/>
        <p:nvPr/>
      </p:nvGrpSpPr>
      <p:grpSpPr>
        <a:xfrm>
          <a:off x="0" y="0"/>
          <a:ext cx="0" cy="0"/>
          <a:chOff x="0" y="0"/>
          <a:chExt cx="0" cy="0"/>
        </a:xfrm>
      </p:grpSpPr>
      <p:sp>
        <p:nvSpPr>
          <p:cNvPr id="197" name="Google Shape;197;p15"/>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5"/>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99" name="Google Shape;199;p15"/>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00" name="Google Shape;200;p15"/>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1" name="Google Shape;201;p15"/>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02" name="Google Shape;202;p15"/>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3" name="Google Shape;203;p15"/>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04" name="Google Shape;204;p15"/>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5" name="Google Shape;205;p15"/>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6" name="Google Shape;206;p1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1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9" name="Shape 209"/>
        <p:cNvGrpSpPr/>
        <p:nvPr/>
      </p:nvGrpSpPr>
      <p:grpSpPr>
        <a:xfrm>
          <a:off x="0" y="0"/>
          <a:ext cx="0" cy="0"/>
          <a:chOff x="0" y="0"/>
          <a:chExt cx="0" cy="0"/>
        </a:xfrm>
      </p:grpSpPr>
      <p:sp>
        <p:nvSpPr>
          <p:cNvPr id="210" name="Google Shape;210;p16"/>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16"/>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2" name="Google Shape;212;p16"/>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3" name="Google Shape;213;p16"/>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4" name="Google Shape;214;p16"/>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5" name="Google Shape;215;p16"/>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6" name="Google Shape;216;p16"/>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7" name="Google Shape;217;p16"/>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8" name="Google Shape;218;p16"/>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9" name="Google Shape;219;p16"/>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20" name="Google Shape;220;p16"/>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21" name="Google Shape;221;p16"/>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22" name="Google Shape;222;p1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16"/>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5" name="Shape 225"/>
        <p:cNvGrpSpPr/>
        <p:nvPr/>
      </p:nvGrpSpPr>
      <p:grpSpPr>
        <a:xfrm>
          <a:off x="0" y="0"/>
          <a:ext cx="0" cy="0"/>
          <a:chOff x="0" y="0"/>
          <a:chExt cx="0" cy="0"/>
        </a:xfrm>
      </p:grpSpPr>
      <p:sp>
        <p:nvSpPr>
          <p:cNvPr id="226" name="Google Shape;226;p17"/>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7" name="Google Shape;227;p17"/>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28" name="Google Shape;228;p17"/>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1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31" name="Shape 231"/>
        <p:cNvGrpSpPr/>
        <p:nvPr/>
      </p:nvGrpSpPr>
      <p:grpSpPr>
        <a:xfrm>
          <a:off x="0" y="0"/>
          <a:ext cx="0" cy="0"/>
          <a:chOff x="0" y="0"/>
          <a:chExt cx="0" cy="0"/>
        </a:xfrm>
      </p:grpSpPr>
      <p:grpSp>
        <p:nvGrpSpPr>
          <p:cNvPr id="232" name="Google Shape;232;p18"/>
          <p:cNvGrpSpPr/>
          <p:nvPr/>
        </p:nvGrpSpPr>
        <p:grpSpPr>
          <a:xfrm>
            <a:off x="0" y="0"/>
            <a:ext cx="12192000" cy="6858000"/>
            <a:chOff x="0" y="0"/>
            <a:chExt cx="12192000" cy="6858000"/>
          </a:xfrm>
        </p:grpSpPr>
        <p:sp>
          <p:nvSpPr>
            <p:cNvPr id="233" name="Google Shape;233;p1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8"/>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8"/>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8"/>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8"/>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8"/>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8"/>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8"/>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42" name="Google Shape;242;p1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43" name="Google Shape;243;p18"/>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18"/>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5" name="Google Shape;245;p18"/>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1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l">
              <a:spcBef>
                <a:spcPts val="0"/>
              </a:spcBef>
              <a:spcAft>
                <a:spcPts val="0"/>
              </a:spcAft>
              <a:buClr>
                <a:schemeClr val="lt1"/>
              </a:buClr>
              <a:buSzPts val="2800"/>
              <a:buFont typeface="Century Gothic"/>
              <a:buNone/>
              <a:defRPr/>
            </a:lvl1pPr>
            <a:lvl2pPr indent="0" lvl="1" marL="0" algn="l">
              <a:spcBef>
                <a:spcPts val="0"/>
              </a:spcBef>
              <a:spcAft>
                <a:spcPts val="0"/>
              </a:spcAft>
              <a:buClr>
                <a:schemeClr val="lt1"/>
              </a:buClr>
              <a:buSzPts val="2800"/>
              <a:buFont typeface="Century Gothic"/>
              <a:buNone/>
              <a:defRPr/>
            </a:lvl2pPr>
            <a:lvl3pPr indent="0" lvl="2" marL="0" algn="l">
              <a:spcBef>
                <a:spcPts val="0"/>
              </a:spcBef>
              <a:spcAft>
                <a:spcPts val="0"/>
              </a:spcAft>
              <a:buClr>
                <a:schemeClr val="lt1"/>
              </a:buClr>
              <a:buSzPts val="2800"/>
              <a:buFont typeface="Century Gothic"/>
              <a:buNone/>
              <a:defRPr/>
            </a:lvl3pPr>
            <a:lvl4pPr indent="0" lvl="3" marL="0" algn="l">
              <a:spcBef>
                <a:spcPts val="0"/>
              </a:spcBef>
              <a:spcAft>
                <a:spcPts val="0"/>
              </a:spcAft>
              <a:buClr>
                <a:schemeClr val="lt1"/>
              </a:buClr>
              <a:buSzPts val="2800"/>
              <a:buFont typeface="Century Gothic"/>
              <a:buNone/>
              <a:defRPr/>
            </a:lvl4pPr>
            <a:lvl5pPr indent="0" lvl="4" marL="0" algn="l">
              <a:spcBef>
                <a:spcPts val="0"/>
              </a:spcBef>
              <a:spcAft>
                <a:spcPts val="0"/>
              </a:spcAft>
              <a:buClr>
                <a:schemeClr val="lt1"/>
              </a:buClr>
              <a:buSzPts val="2800"/>
              <a:buFont typeface="Century Gothic"/>
              <a:buNone/>
              <a:defRPr/>
            </a:lvl5pPr>
            <a:lvl6pPr indent="0" lvl="5" marL="0" algn="l">
              <a:spcBef>
                <a:spcPts val="0"/>
              </a:spcBef>
              <a:spcAft>
                <a:spcPts val="0"/>
              </a:spcAft>
              <a:buClr>
                <a:schemeClr val="lt1"/>
              </a:buClr>
              <a:buSzPts val="2800"/>
              <a:buFont typeface="Century Gothic"/>
              <a:buNone/>
              <a:defRPr/>
            </a:lvl6pPr>
            <a:lvl7pPr indent="0" lvl="6" marL="0" algn="l">
              <a:spcBef>
                <a:spcPts val="0"/>
              </a:spcBef>
              <a:spcAft>
                <a:spcPts val="0"/>
              </a:spcAft>
              <a:buClr>
                <a:schemeClr val="lt1"/>
              </a:buClr>
              <a:buSzPts val="2800"/>
              <a:buFont typeface="Century Gothic"/>
              <a:buNone/>
              <a:defRPr/>
            </a:lvl7pPr>
            <a:lvl8pPr indent="0" lvl="7" marL="0" algn="l">
              <a:spcBef>
                <a:spcPts val="0"/>
              </a:spcBef>
              <a:spcAft>
                <a:spcPts val="0"/>
              </a:spcAft>
              <a:buClr>
                <a:schemeClr val="lt1"/>
              </a:buClr>
              <a:buSzPts val="2800"/>
              <a:buFont typeface="Century Gothic"/>
              <a:buNone/>
              <a:defRPr/>
            </a:lvl8pPr>
            <a:lvl9pPr indent="0" lvl="8" marL="0" algn="l">
              <a:spcBef>
                <a:spcPts val="0"/>
              </a:spcBef>
              <a:spcAft>
                <a:spcPts val="0"/>
              </a:spcAft>
              <a:buClr>
                <a:schemeClr val="lt1"/>
              </a:buClr>
              <a:buSzPts val="2800"/>
              <a:buFont typeface="Century Gothic"/>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0"/>
            <a:ext cx="12192000" cy="6858000"/>
            <a:chOff x="0" y="0"/>
            <a:chExt cx="12192000" cy="6858000"/>
          </a:xfrm>
        </p:grpSpPr>
        <p:sp>
          <p:nvSpPr>
            <p:cNvPr id="11" name="Google Shape;11;p1"/>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9" name="Google Shape;19;p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0" name="Google Shape;20;p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1" name="Google Shape;21;p1"/>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22" name="Google Shape;22;p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3" name="Google Shape;23;p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4" name="Google Shape;24;p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1pPr>
            <a:lvl2pPr indent="0" lvl="1"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2pPr>
            <a:lvl3pPr indent="0" lvl="2"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3pPr>
            <a:lvl4pPr indent="0" lvl="3"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4pPr>
            <a:lvl5pPr indent="0" lvl="4"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5pPr>
            <a:lvl6pPr indent="0" lvl="5"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6pPr>
            <a:lvl7pPr indent="0" lvl="6"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7pPr>
            <a:lvl8pPr indent="0" lvl="7"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8pPr>
            <a:lvl9pPr indent="0" lvl="8" marL="0" marR="0" rtl="0" algn="l">
              <a:spcBef>
                <a:spcPts val="0"/>
              </a:spcBef>
              <a:spcAft>
                <a:spcPts val="0"/>
              </a:spcAft>
              <a:buClr>
                <a:schemeClr val="lt1"/>
              </a:buClr>
              <a:buSzPts val="2800"/>
              <a:buFont typeface="Century Gothic"/>
              <a:buNone/>
              <a:defRPr b="0" i="0" sz="2800" u="none" cap="none" strike="noStrike">
                <a:solidFill>
                  <a:schemeClr val="lt1"/>
                </a:solidFill>
                <a:latin typeface="Century Gothic"/>
                <a:ea typeface="Century Gothic"/>
                <a:cs typeface="Century Gothic"/>
                <a:sym typeface="Century Gothic"/>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ph type="ctrTitle"/>
          </p:nvPr>
        </p:nvSpPr>
        <p:spPr>
          <a:xfrm>
            <a:off x="506730" y="1551651"/>
            <a:ext cx="10972800" cy="1470025"/>
          </a:xfrm>
          <a:prstGeom prst="rect">
            <a:avLst/>
          </a:prstGeom>
          <a:noFill/>
          <a:ln>
            <a:noFill/>
          </a:ln>
        </p:spPr>
        <p:txBody>
          <a:bodyPr anchorCtr="0" anchor="ctr" bIns="91425" lIns="91425" spcFirstLastPara="1" rIns="91425" wrap="square" tIns="45700">
            <a:normAutofit fontScale="90000"/>
          </a:bodyPr>
          <a:lstStyle/>
          <a:p>
            <a:pPr indent="0" lvl="0" marL="0" rtl="0" algn="ctr">
              <a:spcBef>
                <a:spcPts val="0"/>
              </a:spcBef>
              <a:spcAft>
                <a:spcPts val="0"/>
              </a:spcAft>
              <a:buClr>
                <a:schemeClr val="lt1"/>
              </a:buClr>
              <a:buSzPct val="100000"/>
              <a:buFont typeface="Libre Franklin"/>
              <a:buNone/>
            </a:pPr>
            <a:br>
              <a:rPr b="1" lang="en-US">
                <a:solidFill>
                  <a:schemeClr val="lt1"/>
                </a:solidFill>
              </a:rPr>
            </a:br>
            <a:br>
              <a:rPr b="1" lang="en-US">
                <a:solidFill>
                  <a:schemeClr val="dk2"/>
                </a:solidFill>
              </a:rPr>
            </a:br>
            <a:endParaRPr/>
          </a:p>
        </p:txBody>
      </p:sp>
      <p:sp>
        <p:nvSpPr>
          <p:cNvPr id="254" name="Google Shape;254;p19"/>
          <p:cNvSpPr txBox="1"/>
          <p:nvPr/>
        </p:nvSpPr>
        <p:spPr>
          <a:xfrm>
            <a:off x="1257300" y="1959847"/>
            <a:ext cx="9004935"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600" u="none" cap="none" strike="noStrike">
                <a:solidFill>
                  <a:schemeClr val="lt1"/>
                </a:solidFill>
                <a:latin typeface="Times New Roman"/>
                <a:ea typeface="Times New Roman"/>
                <a:cs typeface="Times New Roman"/>
                <a:sym typeface="Times New Roman"/>
              </a:rPr>
              <a:t>Lecture 2: Introduction to Unix and its Commands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p20"/>
          <p:cNvPicPr preferRelativeResize="0"/>
          <p:nvPr/>
        </p:nvPicPr>
        <p:blipFill rotWithShape="1">
          <a:blip r:embed="rId3">
            <a:alphaModFix/>
          </a:blip>
          <a:srcRect b="0" l="0" r="0" t="0"/>
          <a:stretch/>
        </p:blipFill>
        <p:spPr>
          <a:xfrm>
            <a:off x="1536886" y="1005840"/>
            <a:ext cx="8852983" cy="544067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21"/>
          <p:cNvPicPr preferRelativeResize="0"/>
          <p:nvPr/>
        </p:nvPicPr>
        <p:blipFill rotWithShape="1">
          <a:blip r:embed="rId3">
            <a:alphaModFix/>
          </a:blip>
          <a:srcRect b="0" l="0" r="0" t="0"/>
          <a:stretch/>
        </p:blipFill>
        <p:spPr>
          <a:xfrm>
            <a:off x="2406554" y="949366"/>
            <a:ext cx="7126066" cy="521140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22"/>
          <p:cNvPicPr preferRelativeResize="0"/>
          <p:nvPr/>
        </p:nvPicPr>
        <p:blipFill rotWithShape="1">
          <a:blip r:embed="rId3">
            <a:alphaModFix/>
          </a:blip>
          <a:srcRect b="0" l="0" r="0" t="0"/>
          <a:stretch/>
        </p:blipFill>
        <p:spPr>
          <a:xfrm>
            <a:off x="1989284" y="1331328"/>
            <a:ext cx="7966246" cy="454369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23"/>
          <p:cNvPicPr preferRelativeResize="0"/>
          <p:nvPr/>
        </p:nvPicPr>
        <p:blipFill rotWithShape="1">
          <a:blip r:embed="rId3">
            <a:alphaModFix/>
          </a:blip>
          <a:srcRect b="0" l="0" r="0" t="0"/>
          <a:stretch/>
        </p:blipFill>
        <p:spPr>
          <a:xfrm>
            <a:off x="2512220" y="1076984"/>
            <a:ext cx="7557610" cy="4889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24"/>
          <p:cNvPicPr preferRelativeResize="0"/>
          <p:nvPr/>
        </p:nvPicPr>
        <p:blipFill rotWithShape="1">
          <a:blip r:embed="rId3">
            <a:alphaModFix/>
          </a:blip>
          <a:srcRect b="0" l="0" r="0" t="0"/>
          <a:stretch/>
        </p:blipFill>
        <p:spPr>
          <a:xfrm>
            <a:off x="2021718" y="1332259"/>
            <a:ext cx="7453752" cy="47599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25"/>
          <p:cNvPicPr preferRelativeResize="0"/>
          <p:nvPr/>
        </p:nvPicPr>
        <p:blipFill rotWithShape="1">
          <a:blip r:embed="rId3">
            <a:alphaModFix/>
          </a:blip>
          <a:srcRect b="0" l="0" r="0" t="0"/>
          <a:stretch/>
        </p:blipFill>
        <p:spPr>
          <a:xfrm>
            <a:off x="2297431" y="701855"/>
            <a:ext cx="6908892" cy="562117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26"/>
          <p:cNvPicPr preferRelativeResize="0"/>
          <p:nvPr/>
        </p:nvPicPr>
        <p:blipFill rotWithShape="1">
          <a:blip r:embed="rId3">
            <a:alphaModFix/>
          </a:blip>
          <a:srcRect b="0" l="0" r="0" t="0"/>
          <a:stretch/>
        </p:blipFill>
        <p:spPr>
          <a:xfrm>
            <a:off x="1272093" y="1266554"/>
            <a:ext cx="8763447" cy="49285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27"/>
          <p:cNvPicPr preferRelativeResize="0"/>
          <p:nvPr/>
        </p:nvPicPr>
        <p:blipFill rotWithShape="1">
          <a:blip r:embed="rId3">
            <a:alphaModFix/>
          </a:blip>
          <a:srcRect b="0" l="0" r="0" t="0"/>
          <a:stretch/>
        </p:blipFill>
        <p:spPr>
          <a:xfrm>
            <a:off x="1766442" y="1346684"/>
            <a:ext cx="8326247" cy="53990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28"/>
          <p:cNvPicPr preferRelativeResize="0"/>
          <p:nvPr/>
        </p:nvPicPr>
        <p:blipFill rotWithShape="1">
          <a:blip r:embed="rId3">
            <a:alphaModFix/>
          </a:blip>
          <a:srcRect b="0" l="0" r="0" t="0"/>
          <a:stretch/>
        </p:blipFill>
        <p:spPr>
          <a:xfrm>
            <a:off x="1866484" y="1363682"/>
            <a:ext cx="7757575" cy="489995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29"/>
          <p:cNvPicPr preferRelativeResize="0"/>
          <p:nvPr/>
        </p:nvPicPr>
        <p:blipFill rotWithShape="1">
          <a:blip r:embed="rId3">
            <a:alphaModFix/>
          </a:blip>
          <a:srcRect b="0" l="0" r="0" t="0"/>
          <a:stretch/>
        </p:blipFill>
        <p:spPr>
          <a:xfrm>
            <a:off x="2178815" y="1835179"/>
            <a:ext cx="8073746" cy="45999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30"/>
          <p:cNvPicPr preferRelativeResize="0"/>
          <p:nvPr/>
        </p:nvPicPr>
        <p:blipFill rotWithShape="1">
          <a:blip r:embed="rId3">
            <a:alphaModFix/>
          </a:blip>
          <a:srcRect b="0" l="0" r="0" t="0"/>
          <a:stretch/>
        </p:blipFill>
        <p:spPr>
          <a:xfrm>
            <a:off x="1204176" y="1285576"/>
            <a:ext cx="9783648" cy="508093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31"/>
          <p:cNvPicPr preferRelativeResize="0"/>
          <p:nvPr/>
        </p:nvPicPr>
        <p:blipFill rotWithShape="1">
          <a:blip r:embed="rId3">
            <a:alphaModFix/>
          </a:blip>
          <a:srcRect b="0" l="0" r="0" t="0"/>
          <a:stretch/>
        </p:blipFill>
        <p:spPr>
          <a:xfrm>
            <a:off x="1259438" y="1596169"/>
            <a:ext cx="9673124" cy="398167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File Organization</a:t>
            </a:r>
            <a:endParaRPr/>
          </a:p>
        </p:txBody>
      </p:sp>
      <p:pic>
        <p:nvPicPr>
          <p:cNvPr id="320" name="Google Shape;320;p32"/>
          <p:cNvPicPr preferRelativeResize="0"/>
          <p:nvPr/>
        </p:nvPicPr>
        <p:blipFill rotWithShape="1">
          <a:blip r:embed="rId3">
            <a:alphaModFix/>
          </a:blip>
          <a:srcRect b="0" l="0" r="0" t="0"/>
          <a:stretch/>
        </p:blipFill>
        <p:spPr>
          <a:xfrm>
            <a:off x="1048184" y="1818046"/>
            <a:ext cx="8761413" cy="4628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33"/>
          <p:cNvPicPr preferRelativeResize="0"/>
          <p:nvPr/>
        </p:nvPicPr>
        <p:blipFill rotWithShape="1">
          <a:blip r:embed="rId3">
            <a:alphaModFix/>
          </a:blip>
          <a:srcRect b="0" l="0" r="0" t="0"/>
          <a:stretch/>
        </p:blipFill>
        <p:spPr>
          <a:xfrm>
            <a:off x="1691124" y="2470576"/>
            <a:ext cx="8367276" cy="37244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Absolute Path</a:t>
            </a:r>
            <a:endParaRPr/>
          </a:p>
        </p:txBody>
      </p:sp>
      <p:pic>
        <p:nvPicPr>
          <p:cNvPr id="331" name="Google Shape;331;p34"/>
          <p:cNvPicPr preferRelativeResize="0"/>
          <p:nvPr/>
        </p:nvPicPr>
        <p:blipFill rotWithShape="1">
          <a:blip r:embed="rId3">
            <a:alphaModFix/>
          </a:blip>
          <a:srcRect b="0" l="0" r="0" t="0"/>
          <a:stretch/>
        </p:blipFill>
        <p:spPr>
          <a:xfrm>
            <a:off x="1933066" y="2022846"/>
            <a:ext cx="8761412" cy="437795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35"/>
          <p:cNvPicPr preferRelativeResize="0"/>
          <p:nvPr/>
        </p:nvPicPr>
        <p:blipFill rotWithShape="1">
          <a:blip r:embed="rId3">
            <a:alphaModFix/>
          </a:blip>
          <a:srcRect b="0" l="0" r="0" t="0"/>
          <a:stretch/>
        </p:blipFill>
        <p:spPr>
          <a:xfrm>
            <a:off x="1965960" y="2819314"/>
            <a:ext cx="7886700" cy="20384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Changing Directory</a:t>
            </a:r>
            <a:endParaRPr/>
          </a:p>
        </p:txBody>
      </p:sp>
      <p:pic>
        <p:nvPicPr>
          <p:cNvPr id="342" name="Google Shape;342;p36"/>
          <p:cNvPicPr preferRelativeResize="0"/>
          <p:nvPr/>
        </p:nvPicPr>
        <p:blipFill rotWithShape="1">
          <a:blip r:embed="rId3">
            <a:alphaModFix/>
          </a:blip>
          <a:srcRect b="0" l="0" r="0" t="0"/>
          <a:stretch/>
        </p:blipFill>
        <p:spPr>
          <a:xfrm>
            <a:off x="742951" y="2029497"/>
            <a:ext cx="9738360" cy="446274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Creating and Removing Directories</a:t>
            </a:r>
            <a:endParaRPr/>
          </a:p>
        </p:txBody>
      </p:sp>
      <p:pic>
        <p:nvPicPr>
          <p:cNvPr id="348" name="Google Shape;348;p37"/>
          <p:cNvPicPr preferRelativeResize="0"/>
          <p:nvPr/>
        </p:nvPicPr>
        <p:blipFill rotWithShape="1">
          <a:blip r:embed="rId3">
            <a:alphaModFix/>
          </a:blip>
          <a:srcRect b="0" l="0" r="0" t="0"/>
          <a:stretch/>
        </p:blipFill>
        <p:spPr>
          <a:xfrm>
            <a:off x="537210" y="2268556"/>
            <a:ext cx="10401299" cy="428684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Listing Files</a:t>
            </a:r>
            <a:endParaRPr/>
          </a:p>
        </p:txBody>
      </p:sp>
      <p:pic>
        <p:nvPicPr>
          <p:cNvPr id="354" name="Google Shape;354;p38"/>
          <p:cNvPicPr preferRelativeResize="0"/>
          <p:nvPr/>
        </p:nvPicPr>
        <p:blipFill rotWithShape="1">
          <a:blip r:embed="rId3">
            <a:alphaModFix/>
          </a:blip>
          <a:srcRect b="0" l="0" r="0" t="0"/>
          <a:stretch/>
        </p:blipFill>
        <p:spPr>
          <a:xfrm>
            <a:off x="962471" y="2385762"/>
            <a:ext cx="9461689" cy="423220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Creating Files</a:t>
            </a:r>
            <a:endParaRPr/>
          </a:p>
        </p:txBody>
      </p:sp>
      <p:pic>
        <p:nvPicPr>
          <p:cNvPr id="360" name="Google Shape;360;p39"/>
          <p:cNvPicPr preferRelativeResize="0"/>
          <p:nvPr/>
        </p:nvPicPr>
        <p:blipFill rotWithShape="1">
          <a:blip r:embed="rId3">
            <a:alphaModFix/>
          </a:blip>
          <a:srcRect b="0" l="0" r="0" t="0"/>
          <a:stretch/>
        </p:blipFill>
        <p:spPr>
          <a:xfrm>
            <a:off x="842452" y="2434303"/>
            <a:ext cx="9341678" cy="41153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40"/>
          <p:cNvPicPr preferRelativeResize="0"/>
          <p:nvPr/>
        </p:nvPicPr>
        <p:blipFill rotWithShape="1">
          <a:blip r:embed="rId3">
            <a:alphaModFix/>
          </a:blip>
          <a:srcRect b="0" l="0" r="0" t="0"/>
          <a:stretch/>
        </p:blipFill>
        <p:spPr>
          <a:xfrm>
            <a:off x="926270" y="1608488"/>
            <a:ext cx="8137720" cy="4735162"/>
          </a:xfrm>
          <a:prstGeom prst="rect">
            <a:avLst/>
          </a:prstGeom>
          <a:noFill/>
          <a:ln>
            <a:noFill/>
          </a:ln>
        </p:spPr>
      </p:pic>
      <p:sp>
        <p:nvSpPr>
          <p:cNvPr id="366" name="Google Shape;366;p40"/>
          <p:cNvSpPr txBox="1"/>
          <p:nvPr/>
        </p:nvSpPr>
        <p:spPr>
          <a:xfrm>
            <a:off x="1143000" y="857250"/>
            <a:ext cx="70294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entury Gothic"/>
                <a:ea typeface="Century Gothic"/>
                <a:cs typeface="Century Gothic"/>
                <a:sym typeface="Century Gothic"/>
              </a:rPr>
              <a:t>Creating and Editing files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41"/>
          <p:cNvPicPr preferRelativeResize="0"/>
          <p:nvPr/>
        </p:nvPicPr>
        <p:blipFill rotWithShape="1">
          <a:blip r:embed="rId3">
            <a:alphaModFix/>
          </a:blip>
          <a:srcRect b="0" l="0" r="0" t="0"/>
          <a:stretch/>
        </p:blipFill>
        <p:spPr>
          <a:xfrm>
            <a:off x="2342626" y="1005449"/>
            <a:ext cx="7506748" cy="560148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Display or concatenate files</a:t>
            </a:r>
            <a:endParaRPr/>
          </a:p>
        </p:txBody>
      </p:sp>
      <p:pic>
        <p:nvPicPr>
          <p:cNvPr id="377" name="Google Shape;377;p42"/>
          <p:cNvPicPr preferRelativeResize="0"/>
          <p:nvPr/>
        </p:nvPicPr>
        <p:blipFill rotWithShape="1">
          <a:blip r:embed="rId3">
            <a:alphaModFix/>
          </a:blip>
          <a:srcRect b="0" l="0" r="0" t="0"/>
          <a:stretch/>
        </p:blipFill>
        <p:spPr>
          <a:xfrm>
            <a:off x="525780" y="2521003"/>
            <a:ext cx="9921240" cy="39483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File Permission</a:t>
            </a:r>
            <a:endParaRPr/>
          </a:p>
        </p:txBody>
      </p:sp>
      <p:pic>
        <p:nvPicPr>
          <p:cNvPr id="383" name="Google Shape;383;p43"/>
          <p:cNvPicPr preferRelativeResize="0"/>
          <p:nvPr/>
        </p:nvPicPr>
        <p:blipFill rotWithShape="1">
          <a:blip r:embed="rId3">
            <a:alphaModFix/>
          </a:blip>
          <a:srcRect b="0" l="0" r="0" t="0"/>
          <a:stretch/>
        </p:blipFill>
        <p:spPr>
          <a:xfrm>
            <a:off x="1444471" y="2093919"/>
            <a:ext cx="8182378" cy="445832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Change Permission</a:t>
            </a:r>
            <a:endParaRPr/>
          </a:p>
        </p:txBody>
      </p:sp>
      <p:pic>
        <p:nvPicPr>
          <p:cNvPr id="389" name="Google Shape;389;p44"/>
          <p:cNvPicPr preferRelativeResize="0"/>
          <p:nvPr/>
        </p:nvPicPr>
        <p:blipFill rotWithShape="1">
          <a:blip r:embed="rId3">
            <a:alphaModFix/>
          </a:blip>
          <a:srcRect b="0" l="0" r="0" t="0"/>
          <a:stretch/>
        </p:blipFill>
        <p:spPr>
          <a:xfrm>
            <a:off x="1383030" y="2385762"/>
            <a:ext cx="9652418" cy="427792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5"/>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Change Permission</a:t>
            </a:r>
            <a:endParaRPr/>
          </a:p>
        </p:txBody>
      </p:sp>
      <p:pic>
        <p:nvPicPr>
          <p:cNvPr id="395" name="Google Shape;395;p45"/>
          <p:cNvPicPr preferRelativeResize="0"/>
          <p:nvPr/>
        </p:nvPicPr>
        <p:blipFill rotWithShape="1">
          <a:blip r:embed="rId3">
            <a:alphaModFix/>
          </a:blip>
          <a:srcRect b="0" l="0" r="0" t="0"/>
          <a:stretch/>
        </p:blipFill>
        <p:spPr>
          <a:xfrm>
            <a:off x="1623060" y="2251710"/>
            <a:ext cx="9006840" cy="429890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6"/>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Copying and Moving Files</a:t>
            </a:r>
            <a:endParaRPr/>
          </a:p>
        </p:txBody>
      </p:sp>
      <p:pic>
        <p:nvPicPr>
          <p:cNvPr id="401" name="Google Shape;401;p46"/>
          <p:cNvPicPr preferRelativeResize="0"/>
          <p:nvPr/>
        </p:nvPicPr>
        <p:blipFill rotWithShape="1">
          <a:blip r:embed="rId3">
            <a:alphaModFix/>
          </a:blip>
          <a:srcRect b="0" l="0" r="0" t="0"/>
          <a:stretch/>
        </p:blipFill>
        <p:spPr>
          <a:xfrm>
            <a:off x="1154954" y="2306653"/>
            <a:ext cx="9852136" cy="432495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7"/>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Moving and Renaming Files</a:t>
            </a:r>
            <a:endParaRPr/>
          </a:p>
        </p:txBody>
      </p:sp>
      <p:pic>
        <p:nvPicPr>
          <p:cNvPr id="407" name="Google Shape;407;p47"/>
          <p:cNvPicPr preferRelativeResize="0"/>
          <p:nvPr/>
        </p:nvPicPr>
        <p:blipFill rotWithShape="1">
          <a:blip r:embed="rId3">
            <a:alphaModFix/>
          </a:blip>
          <a:srcRect b="0" l="0" r="0" t="0"/>
          <a:stretch/>
        </p:blipFill>
        <p:spPr>
          <a:xfrm>
            <a:off x="1291590" y="2331430"/>
            <a:ext cx="9772650" cy="415348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Getting Help</a:t>
            </a:r>
            <a:endParaRPr/>
          </a:p>
        </p:txBody>
      </p:sp>
      <p:pic>
        <p:nvPicPr>
          <p:cNvPr id="413" name="Google Shape;413;p48"/>
          <p:cNvPicPr preferRelativeResize="0"/>
          <p:nvPr/>
        </p:nvPicPr>
        <p:blipFill rotWithShape="1">
          <a:blip r:embed="rId3">
            <a:alphaModFix/>
          </a:blip>
          <a:srcRect b="0" l="0" r="0" t="0"/>
          <a:stretch/>
        </p:blipFill>
        <p:spPr>
          <a:xfrm>
            <a:off x="1280160" y="2243486"/>
            <a:ext cx="10149840" cy="432495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lang="en-US">
                <a:solidFill>
                  <a:schemeClr val="lt1"/>
                </a:solidFill>
              </a:rPr>
              <a:t>Removing Files</a:t>
            </a:r>
            <a:endParaRPr/>
          </a:p>
        </p:txBody>
      </p:sp>
      <p:pic>
        <p:nvPicPr>
          <p:cNvPr id="419" name="Google Shape;419;p49"/>
          <p:cNvPicPr preferRelativeResize="0"/>
          <p:nvPr/>
        </p:nvPicPr>
        <p:blipFill rotWithShape="1">
          <a:blip r:embed="rId3">
            <a:alphaModFix/>
          </a:blip>
          <a:srcRect b="0" l="0" r="0" t="0"/>
          <a:stretch/>
        </p:blipFill>
        <p:spPr>
          <a:xfrm>
            <a:off x="1154954" y="2325719"/>
            <a:ext cx="9737835" cy="409632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Display Commands</a:t>
            </a:r>
            <a:endParaRPr/>
          </a:p>
        </p:txBody>
      </p:sp>
      <p:pic>
        <p:nvPicPr>
          <p:cNvPr id="425" name="Google Shape;425;p50"/>
          <p:cNvPicPr preferRelativeResize="0"/>
          <p:nvPr/>
        </p:nvPicPr>
        <p:blipFill rotWithShape="1">
          <a:blip r:embed="rId3">
            <a:alphaModFix/>
          </a:blip>
          <a:srcRect b="0" l="0" r="0" t="0"/>
          <a:stretch/>
        </p:blipFill>
        <p:spPr>
          <a:xfrm>
            <a:off x="1585410" y="2468672"/>
            <a:ext cx="8507280" cy="387497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Commands</a:t>
            </a:r>
            <a:endParaRPr/>
          </a:p>
        </p:txBody>
      </p:sp>
      <p:pic>
        <p:nvPicPr>
          <p:cNvPr id="431" name="Google Shape;431;p51"/>
          <p:cNvPicPr preferRelativeResize="0"/>
          <p:nvPr/>
        </p:nvPicPr>
        <p:blipFill rotWithShape="1">
          <a:blip r:embed="rId3">
            <a:alphaModFix/>
          </a:blip>
          <a:srcRect b="0" l="0" r="0" t="0"/>
          <a:stretch/>
        </p:blipFill>
        <p:spPr>
          <a:xfrm>
            <a:off x="2133047" y="2223775"/>
            <a:ext cx="7925906" cy="44678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Commands</a:t>
            </a:r>
            <a:endParaRPr/>
          </a:p>
        </p:txBody>
      </p:sp>
      <p:pic>
        <p:nvPicPr>
          <p:cNvPr id="437" name="Google Shape;437;p52"/>
          <p:cNvPicPr preferRelativeResize="0"/>
          <p:nvPr/>
        </p:nvPicPr>
        <p:blipFill rotWithShape="1">
          <a:blip r:embed="rId3">
            <a:alphaModFix/>
          </a:blip>
          <a:srcRect b="0" l="0" r="0" t="0"/>
          <a:stretch/>
        </p:blipFill>
        <p:spPr>
          <a:xfrm>
            <a:off x="2173072" y="2133600"/>
            <a:ext cx="7640116" cy="44011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53"/>
          <p:cNvPicPr preferRelativeResize="0"/>
          <p:nvPr/>
        </p:nvPicPr>
        <p:blipFill rotWithShape="1">
          <a:blip r:embed="rId3">
            <a:alphaModFix/>
          </a:blip>
          <a:srcRect b="0" l="0" r="0" t="0"/>
          <a:stretch/>
        </p:blipFill>
        <p:spPr>
          <a:xfrm>
            <a:off x="2160686" y="1794510"/>
            <a:ext cx="7687748" cy="480185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