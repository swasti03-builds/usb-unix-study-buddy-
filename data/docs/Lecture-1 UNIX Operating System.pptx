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3" r:id="rId10"/>
    <p:sldId id="270" r:id="rId11"/>
    <p:sldId id="269" r:id="rId12"/>
    <p:sldId id="260" r:id="rId13"/>
    <p:sldId id="271" r:id="rId14"/>
    <p:sldId id="272" r:id="rId15"/>
    <p:sldId id="274" r:id="rId16"/>
    <p:sldId id="275" r:id="rId17"/>
    <p:sldId id="273" r:id="rId18"/>
    <p:sldId id="276" r:id="rId19"/>
    <p:sldId id="277" r:id="rId20"/>
    <p:sldId id="279" r:id="rId21"/>
    <p:sldId id="278" r:id="rId22"/>
    <p:sldId id="280" r:id="rId23"/>
    <p:sldId id="282" r:id="rId24"/>
    <p:sldId id="283" r:id="rId25"/>
    <p:sldId id="281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64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AFFC5DA-3F85-47A0-87AA-3244717AD25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AC0881F-CACA-449E-898F-4A16354C25FB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UNIX Operating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2000240"/>
            <a:ext cx="849425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53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History 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817327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8229600" cy="7755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Structure of Unix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412" y="1643050"/>
            <a:ext cx="8630868" cy="4171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General Characteristics of Unix as an Operating System (OS)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2143116"/>
            <a:ext cx="7907749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General Characteristics of Unix as an Operating System (OS)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2000240"/>
            <a:ext cx="8531070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General Characteristics of Unix as an Operating System (OS)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2285992"/>
            <a:ext cx="8415857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571480"/>
            <a:ext cx="8229600" cy="918418"/>
          </a:xfrm>
        </p:spPr>
        <p:txBody>
          <a:bodyPr/>
          <a:lstStyle/>
          <a:p>
            <a:r>
              <a:rPr lang="en-US" dirty="0" smtClean="0"/>
              <a:t>Flavors of Unix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3116"/>
            <a:ext cx="8152862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53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Interfaces of Unix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857364"/>
            <a:ext cx="8355925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53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Interfaces of Unix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928802"/>
            <a:ext cx="7955315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7041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Unix Architecture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571612"/>
            <a:ext cx="8326266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Process management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14488"/>
            <a:ext cx="8318883" cy="4677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2464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Process State in Unix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928802"/>
            <a:ext cx="8048823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2464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Process State in Unix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571612"/>
            <a:ext cx="8602909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642918"/>
            <a:ext cx="8229600" cy="846980"/>
          </a:xfrm>
        </p:spPr>
        <p:txBody>
          <a:bodyPr/>
          <a:lstStyle/>
          <a:p>
            <a:r>
              <a:rPr lang="en-US" dirty="0" smtClean="0"/>
              <a:t>Process Scheduling Queues 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14488"/>
            <a:ext cx="852363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Calls in Unix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2071678"/>
            <a:ext cx="8598776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53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Interesting Signals in Unix</a:t>
            </a:r>
            <a:endParaRPr 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071678"/>
            <a:ext cx="5751937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Memory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571612"/>
            <a:ext cx="8148328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50004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Unix memory Management Policies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000240"/>
            <a:ext cx="5357850" cy="4376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53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Swapping 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785926"/>
            <a:ext cx="8510683" cy="3953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Swapping Process Out</a:t>
            </a:r>
            <a:endParaRPr lang="en-US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2357430"/>
            <a:ext cx="8315262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532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Demand Paging</a:t>
            </a:r>
            <a:endParaRPr 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3116"/>
            <a:ext cx="8143902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8469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Structure for Demand paging</a:t>
            </a:r>
            <a:endParaRPr 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357298"/>
            <a:ext cx="4000528" cy="3965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8229600" cy="7041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File Management in Unix</a:t>
            </a:r>
            <a:endParaRPr 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448151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356"/>
            <a:ext cx="8229600" cy="7755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File Management in Unix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14488"/>
            <a:ext cx="7996105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356"/>
            <a:ext cx="8229600" cy="7755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File Management in Unix</a:t>
            </a:r>
            <a:endParaRPr 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14488"/>
            <a:ext cx="8449540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356"/>
            <a:ext cx="8229600" cy="7755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File Management in Unix</a:t>
            </a:r>
            <a:endParaRPr lang="en-US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2000240"/>
            <a:ext cx="8041175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14356"/>
            <a:ext cx="8229600" cy="7755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File Management in Unix</a:t>
            </a:r>
            <a:endParaRPr lang="en-US" dirty="0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928802"/>
            <a:ext cx="826959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Unix Security </a:t>
            </a:r>
            <a:endParaRPr lang="en-US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285992"/>
            <a:ext cx="4726134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714356"/>
            <a:ext cx="8229600" cy="6326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Benefits of Unix</a:t>
            </a:r>
            <a:endParaRPr lang="en-US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14488"/>
            <a:ext cx="7800905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endParaRPr lang="en-US" dirty="0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972" y="2143116"/>
            <a:ext cx="9051028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6326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open source software</a:t>
            </a:r>
            <a:endParaRPr lang="en-US" dirty="0"/>
          </a:p>
        </p:txBody>
      </p:sp>
      <p:pic>
        <p:nvPicPr>
          <p:cNvPr id="337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1428736"/>
            <a:ext cx="6927881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000" y="1214422"/>
            <a:ext cx="880671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44" y="1357298"/>
            <a:ext cx="8572560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2787" y="1357298"/>
            <a:ext cx="9031213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142984"/>
            <a:ext cx="816358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142984"/>
            <a:ext cx="8244728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846980"/>
          </a:xfrm>
        </p:spPr>
        <p:txBody>
          <a:bodyPr>
            <a:noAutofit/>
          </a:bodyPr>
          <a:lstStyle/>
          <a:p>
            <a:r>
              <a:rPr lang="en-US" sz="2800" dirty="0" smtClean="0"/>
              <a:t>Writing a C program in a Unix environment using the GCC compiler involves several steps: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24426"/>
          </a:xfrm>
        </p:spPr>
        <p:txBody>
          <a:bodyPr/>
          <a:lstStyle/>
          <a:p>
            <a:r>
              <a:rPr lang="en-US" b="1" dirty="0" smtClean="0"/>
              <a:t>Open a Terminal:</a:t>
            </a:r>
            <a:endParaRPr lang="en-US" dirty="0" smtClean="0"/>
          </a:p>
          <a:p>
            <a:pPr lvl="1"/>
            <a:r>
              <a:rPr lang="en-US" dirty="0" smtClean="0"/>
              <a:t>Access the command-line interface in your Unix-like operating system (e.g., Linux, </a:t>
            </a:r>
            <a:r>
              <a:rPr lang="en-US" dirty="0" err="1" smtClean="0"/>
              <a:t>macOS</a:t>
            </a:r>
            <a:r>
              <a:rPr lang="en-US" dirty="0" smtClean="0"/>
              <a:t>).</a:t>
            </a:r>
          </a:p>
          <a:p>
            <a:r>
              <a:rPr lang="en-US" b="1" dirty="0" smtClean="0"/>
              <a:t>Create a C Source File:</a:t>
            </a:r>
            <a:endParaRPr lang="en-US" dirty="0" smtClean="0"/>
          </a:p>
          <a:p>
            <a:pPr lvl="1"/>
            <a:r>
              <a:rPr lang="en-US" dirty="0" smtClean="0"/>
              <a:t>Use a text editor (like vi, </a:t>
            </a:r>
            <a:r>
              <a:rPr lang="en-US" dirty="0" err="1" smtClean="0"/>
              <a:t>nano</a:t>
            </a:r>
            <a:r>
              <a:rPr lang="en-US" dirty="0" smtClean="0"/>
              <a:t>, </a:t>
            </a:r>
            <a:r>
              <a:rPr lang="en-US" dirty="0" err="1" smtClean="0"/>
              <a:t>emacs</a:t>
            </a:r>
            <a:r>
              <a:rPr lang="en-US" dirty="0" smtClean="0"/>
              <a:t>, or a graphical editor) to create a new file and save it with a .c extension (e.g., </a:t>
            </a:r>
            <a:r>
              <a:rPr lang="en-US" dirty="0" err="1" smtClean="0"/>
              <a:t>hello.c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4286256"/>
            <a:ext cx="4059072" cy="1766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Compile the Program:</a:t>
            </a:r>
            <a:r>
              <a:rPr lang="en-US" sz="2400" dirty="0" smtClean="0"/>
              <a:t> Use the </a:t>
            </a:r>
            <a:r>
              <a:rPr lang="en-US" sz="2400" dirty="0" err="1" smtClean="0"/>
              <a:t>gcc</a:t>
            </a:r>
            <a:r>
              <a:rPr lang="en-US" sz="2400" dirty="0" smtClean="0"/>
              <a:t> command to compile your C source file into an executable program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err="1" smtClean="0"/>
              <a:t>gcc</a:t>
            </a:r>
            <a:r>
              <a:rPr lang="en-US" sz="2000" dirty="0" smtClean="0"/>
              <a:t> </a:t>
            </a:r>
            <a:r>
              <a:rPr lang="en-US" sz="2000" dirty="0" err="1" smtClean="0"/>
              <a:t>hello.c</a:t>
            </a:r>
            <a:r>
              <a:rPr lang="en-US" sz="2000" dirty="0" smtClean="0"/>
              <a:t> -o </a:t>
            </a:r>
            <a:r>
              <a:rPr lang="en-US" sz="2000" dirty="0" smtClean="0"/>
              <a:t>hello</a:t>
            </a:r>
          </a:p>
          <a:p>
            <a:pPr fontAlgn="ctr"/>
            <a:r>
              <a:rPr lang="en-US" sz="2400" dirty="0" err="1" smtClean="0"/>
              <a:t>gcc</a:t>
            </a:r>
            <a:r>
              <a:rPr lang="en-US" sz="2400" dirty="0" smtClean="0"/>
              <a:t>: Invokes the GNU C Compiler.</a:t>
            </a:r>
          </a:p>
          <a:p>
            <a:pPr fontAlgn="ctr"/>
            <a:r>
              <a:rPr lang="en-US" sz="2400" dirty="0" err="1" smtClean="0"/>
              <a:t>hello.c</a:t>
            </a:r>
            <a:r>
              <a:rPr lang="en-US" sz="2400" dirty="0" smtClean="0"/>
              <a:t>: Specifies the input C source file.</a:t>
            </a:r>
          </a:p>
          <a:p>
            <a:r>
              <a:rPr lang="en-US" sz="2400" dirty="0" smtClean="0"/>
              <a:t>-o hello: Specifies the name of the output executable file (optional; if omitted, the default executable name is </a:t>
            </a:r>
            <a:r>
              <a:rPr lang="en-US" sz="2400" dirty="0" err="1" smtClean="0"/>
              <a:t>a.out</a:t>
            </a:r>
            <a:r>
              <a:rPr lang="en-US" sz="2400" dirty="0" smtClean="0"/>
              <a:t>).</a:t>
            </a:r>
          </a:p>
          <a:p>
            <a:r>
              <a:rPr lang="en-US" sz="2400" b="1" dirty="0" smtClean="0"/>
              <a:t>Execute </a:t>
            </a:r>
            <a:r>
              <a:rPr lang="en-US" sz="2400" b="1" dirty="0" smtClean="0"/>
              <a:t>the Program:</a:t>
            </a:r>
            <a:r>
              <a:rPr lang="en-US" sz="2400" dirty="0" smtClean="0"/>
              <a:t> Run the compiled executable from the terminal.</a:t>
            </a:r>
          </a:p>
          <a:p>
            <a:pPr lvl="1"/>
            <a:r>
              <a:rPr lang="en-US" sz="2200" dirty="0" smtClean="0"/>
              <a:t>./</a:t>
            </a:r>
            <a:r>
              <a:rPr lang="en-US" sz="2200" dirty="0" smtClean="0"/>
              <a:t>hello</a:t>
            </a:r>
          </a:p>
          <a:p>
            <a:r>
              <a:rPr lang="en-US" sz="2400" dirty="0" smtClean="0"/>
              <a:t>./: Indicates that the executable is in the current directory.</a:t>
            </a:r>
          </a:p>
          <a:p>
            <a:r>
              <a:rPr lang="en-US" sz="2400" dirty="0" smtClean="0"/>
              <a:t>	</a:t>
            </a:r>
          </a:p>
          <a:p>
            <a:pPr lvl="1">
              <a:buNone/>
            </a:pPr>
            <a:endParaRPr lang="en-US" sz="20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142984"/>
            <a:ext cx="8543956" cy="5181616"/>
          </a:xfrm>
        </p:spPr>
        <p:txBody>
          <a:bodyPr>
            <a:normAutofit/>
          </a:bodyPr>
          <a:lstStyle/>
          <a:p>
            <a:pPr fontAlgn="ctr"/>
            <a:r>
              <a:rPr lang="en-US" dirty="0" smtClean="0"/>
              <a:t>Explanation of the Process:</a:t>
            </a:r>
          </a:p>
          <a:p>
            <a:r>
              <a:rPr lang="en-US" b="1" dirty="0" smtClean="0"/>
              <a:t>Preprocessing:</a:t>
            </a:r>
            <a:r>
              <a:rPr lang="en-US" dirty="0" smtClean="0"/>
              <a:t> The preprocessor handles directives like #include, expanding header files and performing macro substitutions.</a:t>
            </a:r>
          </a:p>
          <a:p>
            <a:r>
              <a:rPr lang="en-US" b="1" dirty="0" smtClean="0"/>
              <a:t>Compilation:</a:t>
            </a:r>
            <a:r>
              <a:rPr lang="en-US" dirty="0" smtClean="0"/>
              <a:t> The compiler translates the preprocessed C code into assembly language.</a:t>
            </a:r>
          </a:p>
          <a:p>
            <a:r>
              <a:rPr lang="en-US" b="1" dirty="0" smtClean="0"/>
              <a:t>Assembly:</a:t>
            </a:r>
            <a:r>
              <a:rPr lang="en-US" dirty="0" smtClean="0"/>
              <a:t> The assembler converts the assembly code into machine-level object code.</a:t>
            </a:r>
          </a:p>
          <a:p>
            <a:pPr fontAlgn="ctr"/>
            <a:r>
              <a:rPr lang="en-US" b="1" dirty="0" smtClean="0"/>
              <a:t>Linking:</a:t>
            </a:r>
            <a:r>
              <a:rPr lang="en-US" dirty="0" smtClean="0"/>
              <a:t> The linker combines the object code with necessary libraries (like </a:t>
            </a:r>
            <a:r>
              <a:rPr lang="en-US" dirty="0" err="1" smtClean="0"/>
              <a:t>stdio.h</a:t>
            </a:r>
            <a:r>
              <a:rPr lang="en-US" dirty="0" smtClean="0"/>
              <a:t> for </a:t>
            </a:r>
            <a:r>
              <a:rPr lang="en-US" dirty="0" err="1" smtClean="0"/>
              <a:t>printf</a:t>
            </a:r>
            <a:r>
              <a:rPr lang="en-US" dirty="0" smtClean="0"/>
              <a:t>) to create a final executable program.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4461</TotalTime>
  <Words>179</Words>
  <Application>Microsoft Office PowerPoint</Application>
  <PresentationFormat>On-screen Show (4:3)</PresentationFormat>
  <Paragraphs>52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Flow</vt:lpstr>
      <vt:lpstr>UNIX Operating System</vt:lpstr>
      <vt:lpstr>Introduction</vt:lpstr>
      <vt:lpstr>History </vt:lpstr>
      <vt:lpstr>Structure of Unix</vt:lpstr>
      <vt:lpstr>General Characteristics of Unix as an Operating System (OS)</vt:lpstr>
      <vt:lpstr>General Characteristics of Unix as an Operating System (OS)</vt:lpstr>
      <vt:lpstr>General Characteristics of Unix as an Operating System (OS)</vt:lpstr>
      <vt:lpstr>Flavors of Unix</vt:lpstr>
      <vt:lpstr>Interfaces of Unix</vt:lpstr>
      <vt:lpstr>Interfaces of Unix</vt:lpstr>
      <vt:lpstr>Slide 11</vt:lpstr>
      <vt:lpstr>Unix Architecture</vt:lpstr>
      <vt:lpstr>Process management</vt:lpstr>
      <vt:lpstr>Process State in Unix</vt:lpstr>
      <vt:lpstr>Process State in Unix</vt:lpstr>
      <vt:lpstr>Process Scheduling Queues </vt:lpstr>
      <vt:lpstr>System Calls in Unix</vt:lpstr>
      <vt:lpstr>Interesting Signals in Unix</vt:lpstr>
      <vt:lpstr>Memory</vt:lpstr>
      <vt:lpstr>Unix memory Management Policies</vt:lpstr>
      <vt:lpstr>Swapping </vt:lpstr>
      <vt:lpstr>Swapping Process Out</vt:lpstr>
      <vt:lpstr>Demand Paging</vt:lpstr>
      <vt:lpstr>Data Structure for Demand paging</vt:lpstr>
      <vt:lpstr>File Management in Unix</vt:lpstr>
      <vt:lpstr>File Management in Unix</vt:lpstr>
      <vt:lpstr>File Management in Unix</vt:lpstr>
      <vt:lpstr>File Management in Unix</vt:lpstr>
      <vt:lpstr>File Management in Unix</vt:lpstr>
      <vt:lpstr>Unix Security </vt:lpstr>
      <vt:lpstr>Benefits of Unix</vt:lpstr>
      <vt:lpstr>Summary </vt:lpstr>
      <vt:lpstr>Slide 33</vt:lpstr>
      <vt:lpstr>What is open source software</vt:lpstr>
      <vt:lpstr>Slide 35</vt:lpstr>
      <vt:lpstr>Slide 36</vt:lpstr>
      <vt:lpstr>Slide 37</vt:lpstr>
      <vt:lpstr>Slide 38</vt:lpstr>
      <vt:lpstr>Slide 39</vt:lpstr>
      <vt:lpstr>Writing a C program in a Unix environment using the GCC compiler involves several steps:</vt:lpstr>
      <vt:lpstr>Slide 41</vt:lpstr>
      <vt:lpstr>Slide 42</vt:lpstr>
    </vt:vector>
  </TitlesOfParts>
  <Company>Jiitu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Operating System</dc:title>
  <dc:creator>amarjeet.kaur</dc:creator>
  <cp:lastModifiedBy>amarjeet.kaur</cp:lastModifiedBy>
  <cp:revision>16</cp:revision>
  <dcterms:created xsi:type="dcterms:W3CDTF">2025-07-21T04:28:48Z</dcterms:created>
  <dcterms:modified xsi:type="dcterms:W3CDTF">2025-07-24T06:49:59Z</dcterms:modified>
</cp:coreProperties>
</file>