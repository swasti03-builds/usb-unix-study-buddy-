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Unix Shell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Pipes &amp;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STDIN, STDOUT, STDERR?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These are standard data streams in Unix/Linux used for input and output.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STDIN (Standard Input) – File descriptor 0</a:t>
            </a:r>
          </a:p>
          <a:p>
            <a:pPr marL="0" indent="0">
              <a:buNone/>
            </a:pPr>
            <a:r>
              <a:rPr sz="2400" dirty="0"/>
              <a:t>STDOUT (Standard Output) – File descriptor 1</a:t>
            </a:r>
          </a:p>
          <a:p>
            <a:pPr marL="0" indent="0">
              <a:buNone/>
            </a:pPr>
            <a:r>
              <a:rPr sz="2400" dirty="0"/>
              <a:t>STDERR (Standard Error) – File descriptor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STDIN (Standard Input)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Default input source, typically the keyboard.</a:t>
            </a:r>
          </a:p>
          <a:p>
            <a:pPr marL="0" indent="0">
              <a:buNone/>
            </a:pPr>
            <a:r>
              <a:rPr sz="2400" dirty="0"/>
              <a:t>File descriptor: 0</a:t>
            </a:r>
          </a:p>
          <a:p>
            <a:pPr marL="0" indent="0">
              <a:buNone/>
            </a:pPr>
            <a:r>
              <a:rPr sz="2400" dirty="0"/>
              <a:t>Used in commands to receive input from user or file.</a:t>
            </a:r>
          </a:p>
          <a:p>
            <a:pPr marL="0" indent="0">
              <a:buNone/>
            </a:pPr>
            <a:r>
              <a:rPr sz="2400" dirty="0"/>
              <a:t>Example: sort &lt; names.txt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STDOUT (Standard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 dirty="0"/>
              <a:t>Default output destination, typically the terminal.</a:t>
            </a:r>
          </a:p>
          <a:p>
            <a:pPr marL="0" indent="0">
              <a:buNone/>
            </a:pPr>
            <a:r>
              <a:rPr sz="2400" dirty="0"/>
              <a:t>File descriptor: 1</a:t>
            </a:r>
          </a:p>
          <a:p>
            <a:pPr marL="0" indent="0">
              <a:buNone/>
            </a:pPr>
            <a:r>
              <a:rPr sz="2400" dirty="0"/>
              <a:t>Used to send results of commands.</a:t>
            </a:r>
          </a:p>
          <a:p>
            <a:pPr marL="0" indent="0">
              <a:buNone/>
            </a:pPr>
            <a:r>
              <a:rPr sz="2400" dirty="0"/>
              <a:t>Example: ls &gt; files.txt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STDERR (Standard Error)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 dirty="0"/>
              <a:t>Used for outputting error messages.</a:t>
            </a:r>
          </a:p>
          <a:p>
            <a:pPr marL="0" indent="0">
              <a:buNone/>
            </a:pPr>
            <a:r>
              <a:rPr sz="2400" dirty="0"/>
              <a:t>File descriptor: 2</a:t>
            </a:r>
          </a:p>
          <a:p>
            <a:pPr marL="0" indent="0">
              <a:buNone/>
            </a:pPr>
            <a:r>
              <a:rPr sz="2400" dirty="0"/>
              <a:t>By default, goes to the terminal like STDOUT.</a:t>
            </a:r>
            <a:endParaRPr lang="en-IN" sz="2400" dirty="0"/>
          </a:p>
          <a:p>
            <a:pPr marL="0" indent="0">
              <a:buNone/>
            </a:pPr>
            <a:r>
              <a:rPr sz="2400" dirty="0"/>
              <a:t>Example: cat nofile.txt 2&gt; error.txt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Redirection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1. </a:t>
            </a:r>
            <a:r>
              <a:rPr b="1" dirty="0"/>
              <a:t>Redirect STDOUT to a file: command &gt; output.txt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ls &gt; files.txt</a:t>
            </a:r>
          </a:p>
          <a:p>
            <a:pPr marL="0" indent="0">
              <a:buNone/>
            </a:pPr>
            <a:r>
              <a:rPr lang="en-US" dirty="0"/>
              <a:t>This will save the list of files into files.txt instead of displaying it on the screen.</a:t>
            </a:r>
            <a:endParaRPr dirty="0"/>
          </a:p>
          <a:p>
            <a:pPr marL="0" indent="0">
              <a:buNone/>
            </a:pPr>
            <a:r>
              <a:rPr lang="en-IN" b="1" dirty="0"/>
              <a:t>2. </a:t>
            </a:r>
            <a:r>
              <a:rPr b="1" dirty="0"/>
              <a:t>Redirect STDERR to a file: command 2&gt; error.txt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cat nofile.txt 2&gt; error.txt </a:t>
            </a:r>
          </a:p>
          <a:p>
            <a:pPr marL="0" indent="0">
              <a:buNone/>
            </a:pPr>
            <a:r>
              <a:rPr lang="en-US" dirty="0"/>
              <a:t>This saves the "No such file or directory" error to error.txt.</a:t>
            </a:r>
          </a:p>
          <a:p>
            <a:pPr marL="0" indent="0">
              <a:buNone/>
            </a:pPr>
            <a:r>
              <a:rPr lang="en-IN" b="1" dirty="0"/>
              <a:t>3. </a:t>
            </a:r>
            <a:r>
              <a:rPr b="1" dirty="0"/>
              <a:t>Redirect both STDOUT and STDERR: command &gt; all.txt 2&gt;&amp;1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ls existing.txt missing.txt &gt; all.txt 2&gt;&amp;1</a:t>
            </a:r>
          </a:p>
          <a:p>
            <a:pPr marL="0" indent="0">
              <a:buNone/>
            </a:pPr>
            <a:r>
              <a:rPr lang="en-US" dirty="0"/>
              <a:t>This command will list existing.txt, and if missing.txt doesn’t exist, the error will also go into all.txt.</a:t>
            </a:r>
            <a:endParaRPr dirty="0"/>
          </a:p>
          <a:p>
            <a:pPr marL="0" indent="0">
              <a:buNone/>
            </a:pPr>
            <a:r>
              <a:rPr lang="en-IN" b="1" dirty="0"/>
              <a:t>4. </a:t>
            </a:r>
            <a:r>
              <a:rPr b="1" dirty="0"/>
              <a:t>Discard errors: command 2&gt;/dev/null</a:t>
            </a:r>
            <a:endParaRPr lang="en-IN" b="1" dirty="0"/>
          </a:p>
          <a:p>
            <a:pPr marL="0" indent="0">
              <a:buNone/>
            </a:pPr>
            <a:r>
              <a:rPr lang="en-US" dirty="0"/>
              <a:t>cat file.txt 2&gt;/dev/null</a:t>
            </a:r>
          </a:p>
          <a:p>
            <a:pPr marL="0" indent="0">
              <a:buNone/>
            </a:pPr>
            <a:r>
              <a:rPr lang="en-US" dirty="0"/>
              <a:t>Errors (if any) like "file not found" won't appear on the screen.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Pipe?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Pipes (`|`) pass output of one command as input to another.</a:t>
            </a:r>
          </a:p>
          <a:p>
            <a:r>
              <a:rPr dirty="0"/>
              <a:t>Build powerful command chains without temp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Syntax &amp; How Pipes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command1 | command2</a:t>
            </a:r>
          </a:p>
          <a:p>
            <a:r>
              <a:rPr dirty="0"/>
              <a:t>STDOUT of command1 becomes STDIN for command2.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Examples of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ls | sort – List and sort files</a:t>
            </a:r>
          </a:p>
          <a:p>
            <a:r>
              <a:rPr dirty="0"/>
              <a:t>cat file.txt | </a:t>
            </a:r>
            <a:r>
              <a:rPr dirty="0" err="1"/>
              <a:t>wc</a:t>
            </a:r>
            <a:r>
              <a:rPr dirty="0"/>
              <a:t> -l – Count lines</a:t>
            </a:r>
          </a:p>
          <a:p>
            <a:r>
              <a:rPr dirty="0" err="1"/>
              <a:t>ps</a:t>
            </a:r>
            <a:r>
              <a:rPr dirty="0"/>
              <a:t> -</a:t>
            </a:r>
            <a:r>
              <a:rPr dirty="0" err="1"/>
              <a:t>ef</a:t>
            </a:r>
            <a:r>
              <a:rPr dirty="0"/>
              <a:t> | grep bash – Filter processes</a:t>
            </a:r>
          </a:p>
          <a:p>
            <a:r>
              <a:rPr dirty="0"/>
              <a:t>ls -l | tee output.txt – Show &amp; save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Multiple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cat file | sort | </a:t>
            </a:r>
            <a:r>
              <a:rPr dirty="0" err="1"/>
              <a:t>uniq</a:t>
            </a:r>
            <a:r>
              <a:rPr dirty="0"/>
              <a:t> | </a:t>
            </a:r>
            <a:r>
              <a:rPr dirty="0" err="1"/>
              <a:t>wc</a:t>
            </a:r>
            <a:r>
              <a:rPr dirty="0"/>
              <a:t> -l</a:t>
            </a:r>
          </a:p>
          <a:p>
            <a:r>
              <a:rPr dirty="0"/>
              <a:t>Combines filters for complex tasks.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US" dirty="0"/>
              <a:t>Examples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Example 1</a:t>
            </a:r>
            <a:r>
              <a:rPr lang="en-IN" dirty="0"/>
              <a:t>: Search for a pattern and count lines</a:t>
            </a:r>
          </a:p>
          <a:p>
            <a:pPr marL="0" indent="0">
              <a:buNone/>
            </a:pPr>
            <a:r>
              <a:rPr lang="en-IN" dirty="0"/>
              <a:t>cat file.txt | grep "error" | </a:t>
            </a:r>
            <a:r>
              <a:rPr lang="en-IN" dirty="0" err="1"/>
              <a:t>wc</a:t>
            </a:r>
            <a:r>
              <a:rPr lang="en-IN" dirty="0"/>
              <a:t> -l</a:t>
            </a:r>
          </a:p>
          <a:p>
            <a:pPr marL="0" indent="0">
              <a:buNone/>
            </a:pPr>
            <a:r>
              <a:rPr lang="en-IN" dirty="0"/>
              <a:t>Counts how many lines contain the word “error”.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 2</a:t>
            </a:r>
            <a:r>
              <a:rPr lang="en-IN" dirty="0"/>
              <a:t>: Sort and remove duplicate lines</a:t>
            </a:r>
          </a:p>
          <a:p>
            <a:pPr marL="0" indent="0">
              <a:buNone/>
            </a:pPr>
            <a:r>
              <a:rPr lang="en-IN" dirty="0"/>
              <a:t>cat names.txt | sort | </a:t>
            </a:r>
            <a:r>
              <a:rPr lang="en-IN" dirty="0" err="1"/>
              <a:t>uniq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 3:</a:t>
            </a:r>
            <a:r>
              <a:rPr lang="en-IN" dirty="0"/>
              <a:t> Display list of logged-in users</a:t>
            </a:r>
          </a:p>
          <a:p>
            <a:pPr marL="0" indent="0">
              <a:buNone/>
            </a:pPr>
            <a:r>
              <a:rPr lang="en-IN" dirty="0"/>
              <a:t>who | cut -d' ' -f1 | sort | </a:t>
            </a:r>
            <a:r>
              <a:rPr lang="en-IN" dirty="0" err="1"/>
              <a:t>uniq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 4: </a:t>
            </a:r>
            <a:r>
              <a:rPr lang="en-IN" dirty="0"/>
              <a:t>Count number of words in a file</a:t>
            </a:r>
          </a:p>
          <a:p>
            <a:pPr marL="0" indent="0">
              <a:buNone/>
            </a:pPr>
            <a:r>
              <a:rPr lang="en-IN" dirty="0"/>
              <a:t>cat file.txt | </a:t>
            </a:r>
            <a:r>
              <a:rPr lang="en-IN" dirty="0" err="1"/>
              <a:t>wc</a:t>
            </a:r>
            <a:r>
              <a:rPr lang="en-IN" dirty="0"/>
              <a:t> –w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 5:</a:t>
            </a:r>
            <a:r>
              <a:rPr lang="en-IN" dirty="0"/>
              <a:t> Display IP addresses from ifconfig</a:t>
            </a:r>
          </a:p>
          <a:p>
            <a:pPr marL="0" indent="0">
              <a:buNone/>
            </a:pPr>
            <a:r>
              <a:rPr lang="en-IN" dirty="0"/>
              <a:t>ifconfig | grep "</a:t>
            </a:r>
            <a:r>
              <a:rPr lang="en-IN" dirty="0" err="1"/>
              <a:t>inet</a:t>
            </a:r>
            <a:r>
              <a:rPr lang="en-IN" dirty="0"/>
              <a:t> " | </a:t>
            </a:r>
            <a:r>
              <a:rPr lang="en-IN" dirty="0" err="1"/>
              <a:t>awk</a:t>
            </a:r>
            <a:r>
              <a:rPr lang="en-IN" dirty="0"/>
              <a:t> '{print $2}'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running instance of a program with unique PID.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Foreground: runs in terminal, takes input</a:t>
            </a:r>
          </a:p>
          <a:p>
            <a:r>
              <a:t>Background: runs with &amp;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Process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 – Show processes</a:t>
            </a:r>
          </a:p>
          <a:p>
            <a:r>
              <a:t>top – Live process view</a:t>
            </a:r>
          </a:p>
          <a:p>
            <a:r>
              <a:t>jobs – Show background jobs</a:t>
            </a:r>
          </a:p>
          <a:p>
            <a:r>
              <a:t>kill PID – Stop process</a:t>
            </a:r>
          </a:p>
          <a:p>
            <a:r>
              <a:t>bg / fg – Background/foreground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Parent &amp; Child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fork() – Create child process</a:t>
            </a:r>
          </a:p>
          <a:p>
            <a:r>
              <a:t>exec() – Replace with new program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Example 1: </a:t>
            </a:r>
            <a:r>
              <a:rPr lang="en-US" dirty="0"/>
              <a:t>Start a process in background and get its PID</a:t>
            </a:r>
          </a:p>
          <a:p>
            <a:pPr marL="0" indent="0">
              <a:buNone/>
            </a:pPr>
            <a:r>
              <a:rPr lang="en-US" dirty="0"/>
              <a:t>sleep 100 &amp;</a:t>
            </a:r>
          </a:p>
          <a:p>
            <a:pPr marL="0" indent="0">
              <a:buNone/>
            </a:pPr>
            <a:r>
              <a:rPr lang="en-US" dirty="0"/>
              <a:t>echo $!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 2: </a:t>
            </a:r>
            <a:r>
              <a:rPr lang="en-US" dirty="0"/>
              <a:t>Kill all </a:t>
            </a:r>
            <a:r>
              <a:rPr lang="en-US" dirty="0" err="1"/>
              <a:t>firefox</a:t>
            </a:r>
            <a:r>
              <a:rPr lang="en-US" dirty="0"/>
              <a:t> processes</a:t>
            </a:r>
          </a:p>
          <a:p>
            <a:pPr marL="0" indent="0">
              <a:buNone/>
            </a:pPr>
            <a:r>
              <a:rPr lang="en-US" dirty="0" err="1"/>
              <a:t>pkill</a:t>
            </a:r>
            <a:r>
              <a:rPr lang="en-US" dirty="0"/>
              <a:t> </a:t>
            </a:r>
            <a:r>
              <a:rPr lang="en-US" dirty="0" err="1"/>
              <a:t>firefox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 3: </a:t>
            </a:r>
            <a:r>
              <a:rPr lang="en-US" dirty="0"/>
              <a:t>Stop and resume a background job</a:t>
            </a:r>
          </a:p>
          <a:p>
            <a:pPr marL="0" indent="0">
              <a:buNone/>
            </a:pPr>
            <a:r>
              <a:rPr lang="en-US" dirty="0"/>
              <a:t>sleep 300 &amp;</a:t>
            </a:r>
          </a:p>
          <a:p>
            <a:pPr marL="0" indent="0">
              <a:buNone/>
            </a:pPr>
            <a:r>
              <a:rPr lang="en-US" dirty="0"/>
              <a:t>jobs</a:t>
            </a:r>
          </a:p>
          <a:p>
            <a:pPr marL="0" indent="0">
              <a:buNone/>
            </a:pPr>
            <a:r>
              <a:rPr lang="en-US" dirty="0"/>
              <a:t>kill -STOP %1   # Suspend</a:t>
            </a:r>
          </a:p>
          <a:p>
            <a:pPr marL="0" indent="0">
              <a:buNone/>
            </a:pPr>
            <a:r>
              <a:rPr lang="en-US" dirty="0"/>
              <a:t>kill -CONT %1   # Resume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 4: </a:t>
            </a:r>
            <a:r>
              <a:rPr lang="en-US" dirty="0"/>
              <a:t>Monitor system resource usage</a:t>
            </a:r>
          </a:p>
          <a:p>
            <a:pPr marL="0" indent="0">
              <a:buNone/>
            </a:pPr>
            <a:r>
              <a:rPr lang="en-US" dirty="0"/>
              <a:t>top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Based on: Yashwant </a:t>
            </a:r>
            <a:r>
              <a:rPr dirty="0" err="1"/>
              <a:t>Kanetkar</a:t>
            </a:r>
            <a:r>
              <a:rPr dirty="0"/>
              <a:t> – Unix Shell Programming (Ch. 5 &amp; 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701</Words>
  <Application>Microsoft Office PowerPoint</Application>
  <PresentationFormat>On-screen Show (4:3)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Unix Shell Programming</vt:lpstr>
      <vt:lpstr>What are STDIN, STDOUT, STDERR?</vt:lpstr>
      <vt:lpstr>STDIN (Standard Input)</vt:lpstr>
      <vt:lpstr>STDOUT (Standard Output)</vt:lpstr>
      <vt:lpstr>STDERR (Standard Error)</vt:lpstr>
      <vt:lpstr>Redirection Examples</vt:lpstr>
      <vt:lpstr>What is a Pipe?</vt:lpstr>
      <vt:lpstr> Syntax &amp; How Pipes Work</vt:lpstr>
      <vt:lpstr> Examples of Pipes</vt:lpstr>
      <vt:lpstr> Multiple Pipes</vt:lpstr>
      <vt:lpstr> Examples</vt:lpstr>
      <vt:lpstr>What is a Process?</vt:lpstr>
      <vt:lpstr>Types of Processes</vt:lpstr>
      <vt:lpstr>Process Commands</vt:lpstr>
      <vt:lpstr>Parent &amp; Child Processes</vt:lpstr>
      <vt:lpstr>Examples</vt:lpstr>
      <vt:lpstr>Reference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Shell Programming</dc:title>
  <dc:subject/>
  <dc:creator/>
  <cp:keywords/>
  <dc:description>generated using python-pptx</dc:description>
  <cp:lastModifiedBy>meenal jain</cp:lastModifiedBy>
  <cp:revision>5</cp:revision>
  <dcterms:created xsi:type="dcterms:W3CDTF">2013-01-27T09:14:16Z</dcterms:created>
  <dcterms:modified xsi:type="dcterms:W3CDTF">2025-08-04T05:25:53Z</dcterms:modified>
  <cp:category/>
</cp:coreProperties>
</file>