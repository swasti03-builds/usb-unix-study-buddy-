
<file path=[Content_Types].xml><?xml version="1.0" encoding="utf-8"?>
<Types xmlns="http://schemas.openxmlformats.org/package/2006/content-types">
  <Default ContentType="application/xml" Extension="xml"/>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1:notes"/>
          <p:cNvSpPr/>
          <p:nvPr>
            <p:ph idx="2" type="sldImg"/>
          </p:nvPr>
        </p:nvSpPr>
        <p:spPr>
          <a:xfrm>
            <a:off x="1341437" y="915987"/>
            <a:ext cx="4176712" cy="31321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24" name="Google Shape;24;p1:notes"/>
          <p:cNvSpPr txBox="1"/>
          <p:nvPr>
            <p:ph idx="1" type="body"/>
          </p:nvPr>
        </p:nvSpPr>
        <p:spPr>
          <a:xfrm>
            <a:off x="1046162" y="4352925"/>
            <a:ext cx="4770437" cy="34766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p2:notes"/>
          <p:cNvSpPr/>
          <p:nvPr>
            <p:ph idx="2" type="sldImg"/>
          </p:nvPr>
        </p:nvSpPr>
        <p:spPr>
          <a:xfrm>
            <a:off x="1341437" y="915987"/>
            <a:ext cx="4176712" cy="31321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36" name="Google Shape;36;p2:notes"/>
          <p:cNvSpPr txBox="1"/>
          <p:nvPr>
            <p:ph idx="1" type="body"/>
          </p:nvPr>
        </p:nvSpPr>
        <p:spPr>
          <a:xfrm>
            <a:off x="1046162" y="4352925"/>
            <a:ext cx="4770437" cy="34766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3:notes"/>
          <p:cNvSpPr/>
          <p:nvPr>
            <p:ph idx="2" type="sldImg"/>
          </p:nvPr>
        </p:nvSpPr>
        <p:spPr>
          <a:xfrm>
            <a:off x="1341437" y="915987"/>
            <a:ext cx="4176712" cy="31321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50" name="Google Shape;50;p3:notes"/>
          <p:cNvSpPr txBox="1"/>
          <p:nvPr>
            <p:ph idx="1" type="body"/>
          </p:nvPr>
        </p:nvSpPr>
        <p:spPr>
          <a:xfrm>
            <a:off x="1046162" y="4352925"/>
            <a:ext cx="4770437" cy="34766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4:notes"/>
          <p:cNvSpPr/>
          <p:nvPr>
            <p:ph idx="2" type="sldImg"/>
          </p:nvPr>
        </p:nvSpPr>
        <p:spPr>
          <a:xfrm>
            <a:off x="1341437" y="915987"/>
            <a:ext cx="4176712" cy="31321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64" name="Google Shape;64;p4:notes"/>
          <p:cNvSpPr txBox="1"/>
          <p:nvPr>
            <p:ph idx="1" type="body"/>
          </p:nvPr>
        </p:nvSpPr>
        <p:spPr>
          <a:xfrm>
            <a:off x="1046162" y="4352925"/>
            <a:ext cx="4770437" cy="34766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5:notes"/>
          <p:cNvSpPr/>
          <p:nvPr>
            <p:ph idx="2" type="sldImg"/>
          </p:nvPr>
        </p:nvSpPr>
        <p:spPr>
          <a:xfrm>
            <a:off x="1341437" y="915987"/>
            <a:ext cx="4176712" cy="31321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78" name="Google Shape;78;p5:notes"/>
          <p:cNvSpPr txBox="1"/>
          <p:nvPr>
            <p:ph idx="1" type="body"/>
          </p:nvPr>
        </p:nvSpPr>
        <p:spPr>
          <a:xfrm>
            <a:off x="1046162" y="4352925"/>
            <a:ext cx="4770437" cy="34766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6:notes"/>
          <p:cNvSpPr/>
          <p:nvPr>
            <p:ph idx="2" type="sldImg"/>
          </p:nvPr>
        </p:nvSpPr>
        <p:spPr>
          <a:xfrm>
            <a:off x="1341437" y="915987"/>
            <a:ext cx="4176712" cy="31321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92" name="Google Shape;92;p6:notes"/>
          <p:cNvSpPr txBox="1"/>
          <p:nvPr>
            <p:ph idx="1" type="body"/>
          </p:nvPr>
        </p:nvSpPr>
        <p:spPr>
          <a:xfrm>
            <a:off x="1046162" y="4352925"/>
            <a:ext cx="4770437" cy="34766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7:notes"/>
          <p:cNvSpPr/>
          <p:nvPr>
            <p:ph idx="2" type="sldImg"/>
          </p:nvPr>
        </p:nvSpPr>
        <p:spPr>
          <a:xfrm>
            <a:off x="1341437" y="915987"/>
            <a:ext cx="4176712" cy="31321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106" name="Google Shape;106;p7:notes"/>
          <p:cNvSpPr txBox="1"/>
          <p:nvPr>
            <p:ph idx="1" type="body"/>
          </p:nvPr>
        </p:nvSpPr>
        <p:spPr>
          <a:xfrm>
            <a:off x="1046162" y="4352925"/>
            <a:ext cx="4770437" cy="34766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8:notes"/>
          <p:cNvSpPr/>
          <p:nvPr>
            <p:ph idx="2" type="sldImg"/>
          </p:nvPr>
        </p:nvSpPr>
        <p:spPr>
          <a:xfrm>
            <a:off x="1341437" y="915987"/>
            <a:ext cx="4176712" cy="31321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120" name="Google Shape;120;p8:notes"/>
          <p:cNvSpPr txBox="1"/>
          <p:nvPr>
            <p:ph idx="1" type="body"/>
          </p:nvPr>
        </p:nvSpPr>
        <p:spPr>
          <a:xfrm>
            <a:off x="1046162" y="4352925"/>
            <a:ext cx="4770437" cy="34766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9:notes"/>
          <p:cNvSpPr/>
          <p:nvPr>
            <p:ph idx="2" type="sldImg"/>
          </p:nvPr>
        </p:nvSpPr>
        <p:spPr>
          <a:xfrm>
            <a:off x="1341437" y="915987"/>
            <a:ext cx="4176712" cy="31321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133" name="Google Shape;133;p9:notes"/>
          <p:cNvSpPr txBox="1"/>
          <p:nvPr>
            <p:ph idx="1" type="body"/>
          </p:nvPr>
        </p:nvSpPr>
        <p:spPr>
          <a:xfrm>
            <a:off x="1046162" y="4352925"/>
            <a:ext cx="4770437" cy="34766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0:notes"/>
          <p:cNvSpPr/>
          <p:nvPr>
            <p:ph idx="2" type="sldImg"/>
          </p:nvPr>
        </p:nvSpPr>
        <p:spPr>
          <a:xfrm>
            <a:off x="1341437" y="915987"/>
            <a:ext cx="4176712" cy="31321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146" name="Google Shape;146;p10:notes"/>
          <p:cNvSpPr txBox="1"/>
          <p:nvPr>
            <p:ph idx="1" type="body"/>
          </p:nvPr>
        </p:nvSpPr>
        <p:spPr>
          <a:xfrm>
            <a:off x="1046162" y="4352925"/>
            <a:ext cx="4770437" cy="34766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1:notes"/>
          <p:cNvSpPr/>
          <p:nvPr>
            <p:ph idx="2" type="sldImg"/>
          </p:nvPr>
        </p:nvSpPr>
        <p:spPr>
          <a:xfrm>
            <a:off x="1341437" y="915987"/>
            <a:ext cx="4176712" cy="31321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159" name="Google Shape;159;p11:notes"/>
          <p:cNvSpPr txBox="1"/>
          <p:nvPr>
            <p:ph idx="1" type="body"/>
          </p:nvPr>
        </p:nvSpPr>
        <p:spPr>
          <a:xfrm>
            <a:off x="1046162" y="4352925"/>
            <a:ext cx="4770437" cy="34766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2:notes"/>
          <p:cNvSpPr/>
          <p:nvPr>
            <p:ph idx="2" type="sldImg"/>
          </p:nvPr>
        </p:nvSpPr>
        <p:spPr>
          <a:xfrm>
            <a:off x="1341437" y="915987"/>
            <a:ext cx="4176712" cy="31321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172" name="Google Shape;172;p12:notes"/>
          <p:cNvSpPr txBox="1"/>
          <p:nvPr>
            <p:ph idx="1" type="body"/>
          </p:nvPr>
        </p:nvSpPr>
        <p:spPr>
          <a:xfrm>
            <a:off x="1046162" y="4352925"/>
            <a:ext cx="4770437" cy="34766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3:notes"/>
          <p:cNvSpPr/>
          <p:nvPr>
            <p:ph idx="2" type="sldImg"/>
          </p:nvPr>
        </p:nvSpPr>
        <p:spPr>
          <a:xfrm>
            <a:off x="1341437" y="915987"/>
            <a:ext cx="4176712" cy="31321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185" name="Google Shape;185;p13:notes"/>
          <p:cNvSpPr txBox="1"/>
          <p:nvPr>
            <p:ph idx="1" type="body"/>
          </p:nvPr>
        </p:nvSpPr>
        <p:spPr>
          <a:xfrm>
            <a:off x="1046162" y="4352925"/>
            <a:ext cx="4770437" cy="34766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4:notes"/>
          <p:cNvSpPr/>
          <p:nvPr>
            <p:ph idx="2" type="sldImg"/>
          </p:nvPr>
        </p:nvSpPr>
        <p:spPr>
          <a:xfrm>
            <a:off x="1341437" y="915987"/>
            <a:ext cx="4176712" cy="31321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198" name="Google Shape;198;p14:notes"/>
          <p:cNvSpPr txBox="1"/>
          <p:nvPr>
            <p:ph idx="1" type="body"/>
          </p:nvPr>
        </p:nvSpPr>
        <p:spPr>
          <a:xfrm>
            <a:off x="1046162" y="4352925"/>
            <a:ext cx="4770437" cy="34766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5:notes"/>
          <p:cNvSpPr/>
          <p:nvPr>
            <p:ph idx="2" type="sldImg"/>
          </p:nvPr>
        </p:nvSpPr>
        <p:spPr>
          <a:xfrm>
            <a:off x="1341437" y="915987"/>
            <a:ext cx="4176712" cy="31321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211" name="Google Shape;211;p15:notes"/>
          <p:cNvSpPr txBox="1"/>
          <p:nvPr>
            <p:ph idx="1" type="body"/>
          </p:nvPr>
        </p:nvSpPr>
        <p:spPr>
          <a:xfrm>
            <a:off x="1046162" y="4352925"/>
            <a:ext cx="4770437" cy="34766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6:notes"/>
          <p:cNvSpPr/>
          <p:nvPr>
            <p:ph idx="2" type="sldImg"/>
          </p:nvPr>
        </p:nvSpPr>
        <p:spPr>
          <a:xfrm>
            <a:off x="1341437" y="915987"/>
            <a:ext cx="4176712" cy="31321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224" name="Google Shape;224;p16:notes"/>
          <p:cNvSpPr txBox="1"/>
          <p:nvPr>
            <p:ph idx="1" type="body"/>
          </p:nvPr>
        </p:nvSpPr>
        <p:spPr>
          <a:xfrm>
            <a:off x="1046162" y="4352925"/>
            <a:ext cx="4770437" cy="34766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7:notes"/>
          <p:cNvSpPr/>
          <p:nvPr>
            <p:ph idx="2" type="sldImg"/>
          </p:nvPr>
        </p:nvSpPr>
        <p:spPr>
          <a:xfrm>
            <a:off x="1341437" y="915987"/>
            <a:ext cx="4176712" cy="31321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237" name="Google Shape;237;p17:notes"/>
          <p:cNvSpPr txBox="1"/>
          <p:nvPr>
            <p:ph idx="1" type="body"/>
          </p:nvPr>
        </p:nvSpPr>
        <p:spPr>
          <a:xfrm>
            <a:off x="1046162" y="4352925"/>
            <a:ext cx="4770437" cy="34766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8:notes"/>
          <p:cNvSpPr/>
          <p:nvPr>
            <p:ph idx="2" type="sldImg"/>
          </p:nvPr>
        </p:nvSpPr>
        <p:spPr>
          <a:xfrm>
            <a:off x="1341437" y="915987"/>
            <a:ext cx="4176712" cy="31321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250" name="Google Shape;250;p18:notes"/>
          <p:cNvSpPr txBox="1"/>
          <p:nvPr>
            <p:ph idx="1" type="body"/>
          </p:nvPr>
        </p:nvSpPr>
        <p:spPr>
          <a:xfrm>
            <a:off x="1046162" y="4352925"/>
            <a:ext cx="4770437" cy="34766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9:notes"/>
          <p:cNvSpPr/>
          <p:nvPr>
            <p:ph idx="2" type="sldImg"/>
          </p:nvPr>
        </p:nvSpPr>
        <p:spPr>
          <a:xfrm>
            <a:off x="1341437" y="915987"/>
            <a:ext cx="4176712" cy="31321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263" name="Google Shape;263;p19:notes"/>
          <p:cNvSpPr txBox="1"/>
          <p:nvPr>
            <p:ph idx="1" type="body"/>
          </p:nvPr>
        </p:nvSpPr>
        <p:spPr>
          <a:xfrm>
            <a:off x="1046162" y="4352925"/>
            <a:ext cx="4770437" cy="34766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20:notes"/>
          <p:cNvSpPr/>
          <p:nvPr>
            <p:ph idx="2" type="sldImg"/>
          </p:nvPr>
        </p:nvSpPr>
        <p:spPr>
          <a:xfrm>
            <a:off x="1341437" y="915987"/>
            <a:ext cx="4176712" cy="31321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276" name="Google Shape;276;p20:notes"/>
          <p:cNvSpPr txBox="1"/>
          <p:nvPr>
            <p:ph idx="1" type="body"/>
          </p:nvPr>
        </p:nvSpPr>
        <p:spPr>
          <a:xfrm>
            <a:off x="1046162" y="4352925"/>
            <a:ext cx="4770437" cy="34766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21:notes"/>
          <p:cNvSpPr/>
          <p:nvPr>
            <p:ph idx="2" type="sldImg"/>
          </p:nvPr>
        </p:nvSpPr>
        <p:spPr>
          <a:xfrm>
            <a:off x="1341437" y="915987"/>
            <a:ext cx="4176712" cy="3132137"/>
          </a:xfrm>
          <a:custGeom>
            <a:rect b="b" l="l" r="r" t="t"/>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lim="800000"/>
            <a:headEnd len="sm" w="sm" type="none"/>
            <a:tailEnd len="sm" w="sm" type="none"/>
          </a:ln>
        </p:spPr>
      </p:sp>
      <p:sp>
        <p:nvSpPr>
          <p:cNvPr id="289" name="Google Shape;289;p21:notes"/>
          <p:cNvSpPr txBox="1"/>
          <p:nvPr>
            <p:ph idx="1" type="body"/>
          </p:nvPr>
        </p:nvSpPr>
        <p:spPr>
          <a:xfrm>
            <a:off x="1046162" y="4352925"/>
            <a:ext cx="4770437" cy="34766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type="tx">
  <p:cSld name="TITLE_AND_BODY">
    <p:spTree>
      <p:nvGrpSpPr>
        <p:cNvPr id="12" name="Shape 12"/>
        <p:cNvGrpSpPr/>
        <p:nvPr/>
      </p:nvGrpSpPr>
      <p:grpSpPr>
        <a:xfrm>
          <a:off x="0" y="0"/>
          <a:ext cx="0" cy="0"/>
          <a:chOff x="0" y="0"/>
          <a:chExt cx="0" cy="0"/>
        </a:xfrm>
      </p:grpSpPr>
      <p:sp>
        <p:nvSpPr>
          <p:cNvPr id="13" name="Google Shape;13;p2"/>
          <p:cNvSpPr txBox="1"/>
          <p:nvPr>
            <p:ph type="title"/>
          </p:nvPr>
        </p:nvSpPr>
        <p:spPr>
          <a:xfrm>
            <a:off x="671512" y="568325"/>
            <a:ext cx="7805737" cy="1144587"/>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
          <p:cNvSpPr txBox="1"/>
          <p:nvPr>
            <p:ph idx="1" type="body"/>
          </p:nvPr>
        </p:nvSpPr>
        <p:spPr>
          <a:xfrm>
            <a:off x="671512" y="1906587"/>
            <a:ext cx="7805737" cy="4319587"/>
          </a:xfrm>
          <a:prstGeom prst="rect">
            <a:avLst/>
          </a:prstGeom>
          <a:noFill/>
          <a:ln>
            <a:noFill/>
          </a:ln>
        </p:spPr>
        <p:txBody>
          <a:bodyPr anchorCtr="0" anchor="t" bIns="0" lIns="0" spcFirstLastPara="1" rIns="0" wrap="square" tIns="0">
            <a:noAutofit/>
          </a:bodyPr>
          <a:lstStyle>
            <a:lvl1pPr indent="-280035" lvl="0" marL="457200" algn="l">
              <a:lnSpc>
                <a:spcPct val="95000"/>
              </a:lnSpc>
              <a:spcBef>
                <a:spcPts val="0"/>
              </a:spcBef>
              <a:spcAft>
                <a:spcPts val="0"/>
              </a:spcAft>
              <a:buSzPts val="810"/>
              <a:buChar char="●"/>
              <a:defRPr/>
            </a:lvl1pPr>
            <a:lvl2pPr indent="-314325" lvl="1" marL="914400" algn="l">
              <a:lnSpc>
                <a:spcPct val="95000"/>
              </a:lnSpc>
              <a:spcBef>
                <a:spcPts val="1200"/>
              </a:spcBef>
              <a:spcAft>
                <a:spcPts val="0"/>
              </a:spcAft>
              <a:buSzPts val="1350"/>
              <a:buChar char="–"/>
              <a:defRPr/>
            </a:lvl2pPr>
            <a:lvl3pPr indent="-280035" lvl="2" marL="1371600" algn="l">
              <a:lnSpc>
                <a:spcPct val="95000"/>
              </a:lnSpc>
              <a:spcBef>
                <a:spcPts val="1000"/>
              </a:spcBef>
              <a:spcAft>
                <a:spcPts val="0"/>
              </a:spcAft>
              <a:buSzPts val="810"/>
              <a:buChar char="●"/>
              <a:defRPr/>
            </a:lvl3pPr>
            <a:lvl4pPr indent="-314325" lvl="3" marL="1828800" algn="l">
              <a:lnSpc>
                <a:spcPct val="95000"/>
              </a:lnSpc>
              <a:spcBef>
                <a:spcPts val="700"/>
              </a:spcBef>
              <a:spcAft>
                <a:spcPts val="0"/>
              </a:spcAft>
              <a:buSzPts val="1350"/>
              <a:buChar char="–"/>
              <a:defRPr/>
            </a:lvl4pPr>
            <a:lvl5pPr indent="-280035" lvl="4" marL="2286000" algn="l">
              <a:lnSpc>
                <a:spcPct val="95000"/>
              </a:lnSpc>
              <a:spcBef>
                <a:spcPts val="500"/>
              </a:spcBef>
              <a:spcAft>
                <a:spcPts val="0"/>
              </a:spcAft>
              <a:buSzPts val="810"/>
              <a:buChar char="●"/>
              <a:defRPr/>
            </a:lvl5pPr>
            <a:lvl6pPr indent="-280035" lvl="5" marL="2743200" algn="l">
              <a:lnSpc>
                <a:spcPct val="95000"/>
              </a:lnSpc>
              <a:spcBef>
                <a:spcPts val="200"/>
              </a:spcBef>
              <a:spcAft>
                <a:spcPts val="0"/>
              </a:spcAft>
              <a:buSzPts val="810"/>
              <a:buChar char="●"/>
              <a:defRPr/>
            </a:lvl6pPr>
            <a:lvl7pPr indent="-280035" lvl="6" marL="3200400" algn="l">
              <a:lnSpc>
                <a:spcPct val="95000"/>
              </a:lnSpc>
              <a:spcBef>
                <a:spcPts val="200"/>
              </a:spcBef>
              <a:spcAft>
                <a:spcPts val="0"/>
              </a:spcAft>
              <a:buSzPts val="810"/>
              <a:buChar char="●"/>
              <a:defRPr/>
            </a:lvl7pPr>
            <a:lvl8pPr indent="-280034" lvl="7" marL="3657600" algn="l">
              <a:lnSpc>
                <a:spcPct val="95000"/>
              </a:lnSpc>
              <a:spcBef>
                <a:spcPts val="200"/>
              </a:spcBef>
              <a:spcAft>
                <a:spcPts val="0"/>
              </a:spcAft>
              <a:buSzPts val="810"/>
              <a:buChar char="●"/>
              <a:defRPr/>
            </a:lvl8pPr>
            <a:lvl9pPr indent="-280034" lvl="8" marL="4114800" algn="l">
              <a:lnSpc>
                <a:spcPct val="95000"/>
              </a:lnSpc>
              <a:spcBef>
                <a:spcPts val="200"/>
              </a:spcBef>
              <a:spcAft>
                <a:spcPts val="200"/>
              </a:spcAft>
              <a:buSzPts val="810"/>
              <a:buChar char="●"/>
              <a:defRPr/>
            </a:lvl9pPr>
          </a:lstStyle>
          <a:p/>
        </p:txBody>
      </p:sp>
      <p:sp>
        <p:nvSpPr>
          <p:cNvPr id="15" name="Google Shape;15;p2"/>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6" name="Google Shape;16;p2"/>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7" name="Google Shape;17;p2"/>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None/>
              <a:defRPr b="0" i="0" sz="1800" u="none" cap="none" strike="noStrike">
                <a:solidFill>
                  <a:schemeClr val="dk1"/>
                </a:solidFill>
                <a:latin typeface="Arial"/>
                <a:ea typeface="Arial"/>
                <a:cs typeface="Arial"/>
                <a:sym typeface="Arial"/>
              </a:defRPr>
            </a:lvl1pPr>
            <a:lvl2pPr indent="0" lvl="1" marL="0" marR="0" rtl="0" algn="l">
              <a:lnSpc>
                <a:spcPct val="100000"/>
              </a:lnSpc>
              <a:spcBef>
                <a:spcPts val="0"/>
              </a:spcBef>
              <a:spcAft>
                <a:spcPts val="0"/>
              </a:spcAft>
              <a:buNone/>
              <a:defRPr b="0" i="0" sz="1800" u="none" cap="none" strike="noStrike">
                <a:solidFill>
                  <a:schemeClr val="dk1"/>
                </a:solidFill>
                <a:latin typeface="Arial"/>
                <a:ea typeface="Arial"/>
                <a:cs typeface="Arial"/>
                <a:sym typeface="Arial"/>
              </a:defRPr>
            </a:lvl2pPr>
            <a:lvl3pPr indent="0" lvl="2" marL="0" marR="0" rtl="0" algn="l">
              <a:lnSpc>
                <a:spcPct val="100000"/>
              </a:lnSpc>
              <a:spcBef>
                <a:spcPts val="0"/>
              </a:spcBef>
              <a:spcAft>
                <a:spcPts val="0"/>
              </a:spcAft>
              <a:buNone/>
              <a:defRPr b="0" i="0" sz="1800" u="none" cap="none" strike="noStrike">
                <a:solidFill>
                  <a:schemeClr val="dk1"/>
                </a:solidFill>
                <a:latin typeface="Arial"/>
                <a:ea typeface="Arial"/>
                <a:cs typeface="Arial"/>
                <a:sym typeface="Arial"/>
              </a:defRPr>
            </a:lvl3pPr>
            <a:lvl4pPr indent="0" lvl="3" marL="0" marR="0" rtl="0" algn="l">
              <a:lnSpc>
                <a:spcPct val="100000"/>
              </a:lnSpc>
              <a:spcBef>
                <a:spcPts val="0"/>
              </a:spcBef>
              <a:spcAft>
                <a:spcPts val="0"/>
              </a:spcAft>
              <a:buNone/>
              <a:defRPr b="0" i="0" sz="1800" u="none" cap="none" strike="noStrike">
                <a:solidFill>
                  <a:schemeClr val="dk1"/>
                </a:solidFill>
                <a:latin typeface="Arial"/>
                <a:ea typeface="Arial"/>
                <a:cs typeface="Arial"/>
                <a:sym typeface="Arial"/>
              </a:defRPr>
            </a:lvl4pPr>
            <a:lvl5pPr indent="0" lvl="4" marL="0" marR="0" rtl="0" algn="l">
              <a:lnSpc>
                <a:spcPct val="100000"/>
              </a:lnSpc>
              <a:spcBef>
                <a:spcPts val="0"/>
              </a:spcBef>
              <a:spcAft>
                <a:spcPts val="0"/>
              </a:spcAft>
              <a:buNone/>
              <a:defRPr b="0" i="0" sz="1800" u="none" cap="none" strike="noStrike">
                <a:solidFill>
                  <a:schemeClr val="dk1"/>
                </a:solidFill>
                <a:latin typeface="Arial"/>
                <a:ea typeface="Arial"/>
                <a:cs typeface="Arial"/>
                <a:sym typeface="Arial"/>
              </a:defRPr>
            </a:lvl5pPr>
            <a:lvl6pPr indent="0" lvl="5" marL="0" marR="0" rtl="0" algn="l">
              <a:lnSpc>
                <a:spcPct val="100000"/>
              </a:lnSpc>
              <a:spcBef>
                <a:spcPts val="0"/>
              </a:spcBef>
              <a:spcAft>
                <a:spcPts val="0"/>
              </a:spcAft>
              <a:buNone/>
              <a:defRPr b="0" i="0" sz="1800" u="none" cap="none" strike="noStrike">
                <a:solidFill>
                  <a:schemeClr val="dk1"/>
                </a:solidFill>
                <a:latin typeface="Arial"/>
                <a:ea typeface="Arial"/>
                <a:cs typeface="Arial"/>
                <a:sym typeface="Arial"/>
              </a:defRPr>
            </a:lvl6pPr>
            <a:lvl7pPr indent="0" lvl="6" marL="0" marR="0" rtl="0" algn="l">
              <a:lnSpc>
                <a:spcPct val="100000"/>
              </a:lnSpc>
              <a:spcBef>
                <a:spcPts val="0"/>
              </a:spcBef>
              <a:spcAft>
                <a:spcPts val="0"/>
              </a:spcAft>
              <a:buNone/>
              <a:defRPr b="0" i="0" sz="1800" u="none" cap="none" strike="noStrike">
                <a:solidFill>
                  <a:schemeClr val="dk1"/>
                </a:solidFill>
                <a:latin typeface="Arial"/>
                <a:ea typeface="Arial"/>
                <a:cs typeface="Arial"/>
                <a:sym typeface="Arial"/>
              </a:defRPr>
            </a:lvl7pPr>
            <a:lvl8pPr indent="0" lvl="7" marL="0" marR="0" rtl="0" algn="l">
              <a:lnSpc>
                <a:spcPct val="100000"/>
              </a:lnSpc>
              <a:spcBef>
                <a:spcPts val="0"/>
              </a:spcBef>
              <a:spcAft>
                <a:spcPts val="0"/>
              </a:spcAft>
              <a:buNone/>
              <a:defRPr b="0" i="0" sz="1800" u="none" cap="none" strike="noStrike">
                <a:solidFill>
                  <a:schemeClr val="dk1"/>
                </a:solidFill>
                <a:latin typeface="Arial"/>
                <a:ea typeface="Arial"/>
                <a:cs typeface="Arial"/>
                <a:sym typeface="Arial"/>
              </a:defRPr>
            </a:lvl8pPr>
            <a:lvl9pPr indent="0" lvl="8" marL="0" marR="0" rtl="0" algn="l">
              <a:lnSpc>
                <a:spcPct val="100000"/>
              </a:lnSpc>
              <a:spcBef>
                <a:spcPts val="0"/>
              </a:spcBef>
              <a:spcAft>
                <a:spcPts val="0"/>
              </a:spcAft>
              <a:buNone/>
              <a:defRPr b="0"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sz="1400">
              <a:solidFill>
                <a:srgbClr val="000000"/>
              </a:solidFil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on left, text on right" type="twoColTx">
  <p:cSld name="TITLE_AND_TWO_COLUMNS">
    <p:spTree>
      <p:nvGrpSpPr>
        <p:cNvPr id="18" name="Shape 18"/>
        <p:cNvGrpSpPr/>
        <p:nvPr/>
      </p:nvGrpSpPr>
      <p:grpSpPr>
        <a:xfrm>
          <a:off x="0" y="0"/>
          <a:ext cx="0" cy="0"/>
          <a:chOff x="0" y="0"/>
          <a:chExt cx="0" cy="0"/>
        </a:xfrm>
      </p:grpSpPr>
      <p:sp>
        <p:nvSpPr>
          <p:cNvPr id="19" name="Google Shape;19;p3"/>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0" name="Google Shape;20;p3"/>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1" name="Google Shape;21;p3"/>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None/>
              <a:defRPr b="0" i="0" sz="1800" u="none">
                <a:solidFill>
                  <a:schemeClr val="dk1"/>
                </a:solidFill>
                <a:latin typeface="Arial"/>
                <a:ea typeface="Arial"/>
                <a:cs typeface="Arial"/>
                <a:sym typeface="Arial"/>
              </a:defRPr>
            </a:lvl1pPr>
            <a:lvl2pPr indent="0" lvl="1" marL="0" marR="0" rtl="0" algn="l">
              <a:lnSpc>
                <a:spcPct val="100000"/>
              </a:lnSpc>
              <a:spcBef>
                <a:spcPts val="0"/>
              </a:spcBef>
              <a:spcAft>
                <a:spcPts val="0"/>
              </a:spcAft>
              <a:buNone/>
              <a:defRPr b="0" i="0" sz="1800" u="none">
                <a:solidFill>
                  <a:schemeClr val="dk1"/>
                </a:solidFill>
                <a:latin typeface="Arial"/>
                <a:ea typeface="Arial"/>
                <a:cs typeface="Arial"/>
                <a:sym typeface="Arial"/>
              </a:defRPr>
            </a:lvl2pPr>
            <a:lvl3pPr indent="0" lvl="2" marL="0" marR="0" rtl="0" algn="l">
              <a:lnSpc>
                <a:spcPct val="100000"/>
              </a:lnSpc>
              <a:spcBef>
                <a:spcPts val="0"/>
              </a:spcBef>
              <a:spcAft>
                <a:spcPts val="0"/>
              </a:spcAft>
              <a:buNone/>
              <a:defRPr b="0" i="0" sz="1800" u="none">
                <a:solidFill>
                  <a:schemeClr val="dk1"/>
                </a:solidFill>
                <a:latin typeface="Arial"/>
                <a:ea typeface="Arial"/>
                <a:cs typeface="Arial"/>
                <a:sym typeface="Arial"/>
              </a:defRPr>
            </a:lvl3pPr>
            <a:lvl4pPr indent="0" lvl="3" marL="0" marR="0" rtl="0" algn="l">
              <a:lnSpc>
                <a:spcPct val="100000"/>
              </a:lnSpc>
              <a:spcBef>
                <a:spcPts val="0"/>
              </a:spcBef>
              <a:spcAft>
                <a:spcPts val="0"/>
              </a:spcAft>
              <a:buNone/>
              <a:defRPr b="0" i="0" sz="1800" u="none">
                <a:solidFill>
                  <a:schemeClr val="dk1"/>
                </a:solidFill>
                <a:latin typeface="Arial"/>
                <a:ea typeface="Arial"/>
                <a:cs typeface="Arial"/>
                <a:sym typeface="Arial"/>
              </a:defRPr>
            </a:lvl4pPr>
            <a:lvl5pPr indent="0" lvl="4" marL="0" marR="0" rtl="0" algn="l">
              <a:lnSpc>
                <a:spcPct val="100000"/>
              </a:lnSpc>
              <a:spcBef>
                <a:spcPts val="0"/>
              </a:spcBef>
              <a:spcAft>
                <a:spcPts val="0"/>
              </a:spcAft>
              <a:buNone/>
              <a:defRPr b="0" i="0" sz="1800" u="none">
                <a:solidFill>
                  <a:schemeClr val="dk1"/>
                </a:solidFill>
                <a:latin typeface="Arial"/>
                <a:ea typeface="Arial"/>
                <a:cs typeface="Arial"/>
                <a:sym typeface="Arial"/>
              </a:defRPr>
            </a:lvl5pPr>
            <a:lvl6pPr indent="0" lvl="5" marL="0" marR="0" rtl="0" algn="l">
              <a:lnSpc>
                <a:spcPct val="100000"/>
              </a:lnSpc>
              <a:spcBef>
                <a:spcPts val="0"/>
              </a:spcBef>
              <a:spcAft>
                <a:spcPts val="0"/>
              </a:spcAft>
              <a:buNone/>
              <a:defRPr b="0" i="0" sz="1800" u="none">
                <a:solidFill>
                  <a:schemeClr val="dk1"/>
                </a:solidFill>
                <a:latin typeface="Arial"/>
                <a:ea typeface="Arial"/>
                <a:cs typeface="Arial"/>
                <a:sym typeface="Arial"/>
              </a:defRPr>
            </a:lvl6pPr>
            <a:lvl7pPr indent="0" lvl="6" marL="0" marR="0" rtl="0" algn="l">
              <a:lnSpc>
                <a:spcPct val="100000"/>
              </a:lnSpc>
              <a:spcBef>
                <a:spcPts val="0"/>
              </a:spcBef>
              <a:spcAft>
                <a:spcPts val="0"/>
              </a:spcAft>
              <a:buNone/>
              <a:defRPr b="0" i="0" sz="1800" u="none">
                <a:solidFill>
                  <a:schemeClr val="dk1"/>
                </a:solidFill>
                <a:latin typeface="Arial"/>
                <a:ea typeface="Arial"/>
                <a:cs typeface="Arial"/>
                <a:sym typeface="Arial"/>
              </a:defRPr>
            </a:lvl7pPr>
            <a:lvl8pPr indent="0" lvl="7" marL="0" marR="0" rtl="0" algn="l">
              <a:lnSpc>
                <a:spcPct val="100000"/>
              </a:lnSpc>
              <a:spcBef>
                <a:spcPts val="0"/>
              </a:spcBef>
              <a:spcAft>
                <a:spcPts val="0"/>
              </a:spcAft>
              <a:buNone/>
              <a:defRPr b="0" i="0" sz="1800" u="none">
                <a:solidFill>
                  <a:schemeClr val="dk1"/>
                </a:solidFill>
                <a:latin typeface="Arial"/>
                <a:ea typeface="Arial"/>
                <a:cs typeface="Arial"/>
                <a:sym typeface="Arial"/>
              </a:defRPr>
            </a:lvl8pPr>
            <a:lvl9pPr indent="0" lvl="8" marL="0" marR="0" rtl="0" algn="l">
              <a:lnSpc>
                <a:spcPct val="100000"/>
              </a:lnSpc>
              <a:spcBef>
                <a:spcPts val="0"/>
              </a:spcBef>
              <a:spcAft>
                <a:spcPts val="0"/>
              </a:spcAft>
              <a:buNone/>
              <a:defRPr b="0" i="0" sz="1800" u="non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sz="1400">
              <a:solidFill>
                <a:srgbClr val="000000"/>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671512" y="568325"/>
            <a:ext cx="7805737" cy="1144587"/>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SzPts val="1400"/>
              <a:buNone/>
              <a:defRPr b="0" i="0" sz="40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40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40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40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40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40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40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40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4000" u="none" cap="none" strike="noStrike">
                <a:solidFill>
                  <a:srgbClr val="000000"/>
                </a:solidFill>
                <a:latin typeface="Times New Roman"/>
                <a:ea typeface="Times New Roman"/>
                <a:cs typeface="Times New Roman"/>
                <a:sym typeface="Times New Roman"/>
              </a:defRPr>
            </a:lvl9pPr>
          </a:lstStyle>
          <a:p/>
        </p:txBody>
      </p:sp>
      <p:sp>
        <p:nvSpPr>
          <p:cNvPr id="11" name="Google Shape;11;p1"/>
          <p:cNvSpPr txBox="1"/>
          <p:nvPr>
            <p:ph idx="1" type="body"/>
          </p:nvPr>
        </p:nvSpPr>
        <p:spPr>
          <a:xfrm>
            <a:off x="671512" y="1906587"/>
            <a:ext cx="7805737" cy="4319587"/>
          </a:xfrm>
          <a:prstGeom prst="rect">
            <a:avLst/>
          </a:prstGeom>
          <a:noFill/>
          <a:ln>
            <a:noFill/>
          </a:ln>
        </p:spPr>
        <p:txBody>
          <a:bodyPr anchorCtr="0" anchor="t" bIns="0" lIns="0" spcFirstLastPara="1" rIns="0" wrap="square" tIns="0">
            <a:noAutofit/>
          </a:bodyPr>
          <a:lstStyle>
            <a:lvl1pPr indent="-311467" lvl="0" marL="457200" marR="0" rtl="0" algn="l">
              <a:lnSpc>
                <a:spcPct val="95000"/>
              </a:lnSpc>
              <a:spcBef>
                <a:spcPts val="0"/>
              </a:spcBef>
              <a:spcAft>
                <a:spcPts val="0"/>
              </a:spcAft>
              <a:buClr>
                <a:srgbClr val="000000"/>
              </a:buClr>
              <a:buSzPts val="1305"/>
              <a:buFont typeface="Noto Sans Symbols"/>
              <a:buChar char="●"/>
              <a:defRPr b="0" i="0" sz="2900" u="none" cap="none" strike="noStrike">
                <a:solidFill>
                  <a:srgbClr val="000000"/>
                </a:solidFill>
                <a:latin typeface="Times"/>
                <a:ea typeface="Times"/>
                <a:cs typeface="Times"/>
                <a:sym typeface="Times"/>
              </a:defRPr>
            </a:lvl1pPr>
            <a:lvl2pPr indent="-347662" lvl="1" marL="914400" marR="0" rtl="0" algn="l">
              <a:lnSpc>
                <a:spcPct val="95000"/>
              </a:lnSpc>
              <a:spcBef>
                <a:spcPts val="1200"/>
              </a:spcBef>
              <a:spcAft>
                <a:spcPts val="0"/>
              </a:spcAft>
              <a:buClr>
                <a:srgbClr val="000000"/>
              </a:buClr>
              <a:buSzPts val="1875"/>
              <a:buFont typeface="Noto Sans Symbols"/>
              <a:buChar char="–"/>
              <a:defRPr b="0" i="0" sz="2500" u="none" cap="none" strike="noStrike">
                <a:solidFill>
                  <a:srgbClr val="000000"/>
                </a:solidFill>
                <a:latin typeface="Times"/>
                <a:ea typeface="Times"/>
                <a:cs typeface="Times"/>
                <a:sym typeface="Times"/>
              </a:defRPr>
            </a:lvl2pPr>
            <a:lvl3pPr indent="-291464" lvl="2" marL="1371600" marR="0" rtl="0" algn="l">
              <a:lnSpc>
                <a:spcPct val="95000"/>
              </a:lnSpc>
              <a:spcBef>
                <a:spcPts val="1000"/>
              </a:spcBef>
              <a:spcAft>
                <a:spcPts val="0"/>
              </a:spcAft>
              <a:buClr>
                <a:srgbClr val="000000"/>
              </a:buClr>
              <a:buSzPts val="990"/>
              <a:buFont typeface="Noto Sans Symbols"/>
              <a:buChar char="●"/>
              <a:defRPr b="0" i="0" sz="2200" u="none" cap="none" strike="noStrike">
                <a:solidFill>
                  <a:srgbClr val="000000"/>
                </a:solidFill>
                <a:latin typeface="Times"/>
                <a:ea typeface="Times"/>
                <a:cs typeface="Times"/>
                <a:sym typeface="Times"/>
              </a:defRPr>
            </a:lvl3pPr>
            <a:lvl4pPr indent="-314325" lvl="3" marL="1828800" marR="0" rtl="0" algn="l">
              <a:lnSpc>
                <a:spcPct val="95000"/>
              </a:lnSpc>
              <a:spcBef>
                <a:spcPts val="700"/>
              </a:spcBef>
              <a:spcAft>
                <a:spcPts val="0"/>
              </a:spcAft>
              <a:buClr>
                <a:srgbClr val="000000"/>
              </a:buClr>
              <a:buSzPts val="1350"/>
              <a:buFont typeface="Noto Sans Symbols"/>
              <a:buChar char="–"/>
              <a:defRPr b="0" i="0" sz="1800" u="none" cap="none" strike="noStrike">
                <a:solidFill>
                  <a:srgbClr val="000000"/>
                </a:solidFill>
                <a:latin typeface="Times"/>
                <a:ea typeface="Times"/>
                <a:cs typeface="Times"/>
                <a:sym typeface="Times"/>
              </a:defRPr>
            </a:lvl4pPr>
            <a:lvl5pPr indent="-280035" lvl="4" marL="2286000" marR="0" rtl="0" algn="l">
              <a:lnSpc>
                <a:spcPct val="95000"/>
              </a:lnSpc>
              <a:spcBef>
                <a:spcPts val="500"/>
              </a:spcBef>
              <a:spcAft>
                <a:spcPts val="0"/>
              </a:spcAft>
              <a:buClr>
                <a:srgbClr val="000000"/>
              </a:buClr>
              <a:buSzPts val="810"/>
              <a:buFont typeface="Noto Sans Symbols"/>
              <a:buChar char="●"/>
              <a:defRPr b="0" i="0" sz="1800" u="none" cap="none" strike="noStrike">
                <a:solidFill>
                  <a:srgbClr val="000000"/>
                </a:solidFill>
                <a:latin typeface="Times"/>
                <a:ea typeface="Times"/>
                <a:cs typeface="Times"/>
                <a:sym typeface="Times"/>
              </a:defRPr>
            </a:lvl5pPr>
            <a:lvl6pPr indent="-280035" lvl="5" marL="2743200" marR="0" rtl="0" algn="l">
              <a:lnSpc>
                <a:spcPct val="95000"/>
              </a:lnSpc>
              <a:spcBef>
                <a:spcPts val="200"/>
              </a:spcBef>
              <a:spcAft>
                <a:spcPts val="0"/>
              </a:spcAft>
              <a:buClr>
                <a:srgbClr val="000000"/>
              </a:buClr>
              <a:buSzPts val="810"/>
              <a:buFont typeface="Noto Sans Symbols"/>
              <a:buChar char="●"/>
              <a:defRPr b="0" i="0" sz="1800" u="none" cap="none" strike="noStrike">
                <a:solidFill>
                  <a:srgbClr val="000000"/>
                </a:solidFill>
                <a:latin typeface="Times"/>
                <a:ea typeface="Times"/>
                <a:cs typeface="Times"/>
                <a:sym typeface="Times"/>
              </a:defRPr>
            </a:lvl6pPr>
            <a:lvl7pPr indent="-280035" lvl="6" marL="3200400" marR="0" rtl="0" algn="l">
              <a:lnSpc>
                <a:spcPct val="95000"/>
              </a:lnSpc>
              <a:spcBef>
                <a:spcPts val="200"/>
              </a:spcBef>
              <a:spcAft>
                <a:spcPts val="0"/>
              </a:spcAft>
              <a:buClr>
                <a:srgbClr val="000000"/>
              </a:buClr>
              <a:buSzPts val="810"/>
              <a:buFont typeface="Noto Sans Symbols"/>
              <a:buChar char="●"/>
              <a:defRPr b="0" i="0" sz="1800" u="none" cap="none" strike="noStrike">
                <a:solidFill>
                  <a:srgbClr val="000000"/>
                </a:solidFill>
                <a:latin typeface="Times"/>
                <a:ea typeface="Times"/>
                <a:cs typeface="Times"/>
                <a:sym typeface="Times"/>
              </a:defRPr>
            </a:lvl7pPr>
            <a:lvl8pPr indent="-280034" lvl="7" marL="3657600" marR="0" rtl="0" algn="l">
              <a:lnSpc>
                <a:spcPct val="95000"/>
              </a:lnSpc>
              <a:spcBef>
                <a:spcPts val="200"/>
              </a:spcBef>
              <a:spcAft>
                <a:spcPts val="0"/>
              </a:spcAft>
              <a:buClr>
                <a:srgbClr val="000000"/>
              </a:buClr>
              <a:buSzPts val="810"/>
              <a:buFont typeface="Noto Sans Symbols"/>
              <a:buChar char="●"/>
              <a:defRPr b="0" i="0" sz="1800" u="none" cap="none" strike="noStrike">
                <a:solidFill>
                  <a:srgbClr val="000000"/>
                </a:solidFill>
                <a:latin typeface="Times"/>
                <a:ea typeface="Times"/>
                <a:cs typeface="Times"/>
                <a:sym typeface="Times"/>
              </a:defRPr>
            </a:lvl8pPr>
            <a:lvl9pPr indent="-280034" lvl="8" marL="4114800" marR="0" rtl="0" algn="l">
              <a:lnSpc>
                <a:spcPct val="95000"/>
              </a:lnSpc>
              <a:spcBef>
                <a:spcPts val="200"/>
              </a:spcBef>
              <a:spcAft>
                <a:spcPts val="200"/>
              </a:spcAft>
              <a:buClr>
                <a:srgbClr val="000000"/>
              </a:buClr>
              <a:buSzPts val="810"/>
              <a:buFont typeface="Noto Sans Symbols"/>
              <a:buChar char="●"/>
              <a:defRPr b="0" i="0" sz="1800" u="none" cap="none" strike="noStrike">
                <a:solidFill>
                  <a:srgbClr val="000000"/>
                </a:solidFill>
                <a:latin typeface="Times"/>
                <a:ea typeface="Times"/>
                <a:cs typeface="Times"/>
                <a:sym typeface="Time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 name="Shape 25"/>
        <p:cNvGrpSpPr/>
        <p:nvPr/>
      </p:nvGrpSpPr>
      <p:grpSpPr>
        <a:xfrm>
          <a:off x="0" y="0"/>
          <a:ext cx="0" cy="0"/>
          <a:chOff x="0" y="0"/>
          <a:chExt cx="0" cy="0"/>
        </a:xfrm>
      </p:grpSpPr>
      <p:sp>
        <p:nvSpPr>
          <p:cNvPr id="26" name="Google Shape;26;p4"/>
          <p:cNvSpPr txBox="1"/>
          <p:nvPr>
            <p:ph type="title"/>
          </p:nvPr>
        </p:nvSpPr>
        <p:spPr>
          <a:xfrm>
            <a:off x="1093787" y="674687"/>
            <a:ext cx="7808912" cy="1147762"/>
          </a:xfrm>
          <a:prstGeom prst="rect">
            <a:avLst/>
          </a:prstGeom>
          <a:noFill/>
          <a:ln>
            <a:noFill/>
          </a:ln>
        </p:spPr>
        <p:txBody>
          <a:bodyPr anchorCtr="0" anchor="ctr" bIns="0" lIns="0" spcFirstLastPara="1" rIns="0" wrap="square" tIns="0">
            <a:noAutofit/>
          </a:bodyPr>
          <a:lstStyle/>
          <a:p>
            <a:pPr indent="0" lvl="0" marL="0" rtl="0" algn="l">
              <a:lnSpc>
                <a:spcPct val="95000"/>
              </a:lnSpc>
              <a:spcBef>
                <a:spcPts val="0"/>
              </a:spcBef>
              <a:spcAft>
                <a:spcPts val="0"/>
              </a:spcAft>
              <a:buClr>
                <a:schemeClr val="lt1"/>
              </a:buClr>
              <a:buSzPts val="2500"/>
              <a:buFont typeface="Times New Roman"/>
              <a:buNone/>
            </a:pPr>
            <a:r>
              <a:rPr b="1" i="0" lang="en-US" sz="2500" u="none">
                <a:solidFill>
                  <a:schemeClr val="lt1"/>
                </a:solidFill>
                <a:latin typeface="Times New Roman"/>
                <a:ea typeface="Times New Roman"/>
                <a:cs typeface="Times New Roman"/>
                <a:sym typeface="Times New Roman"/>
              </a:rPr>
              <a:t>Linux Commands</a:t>
            </a:r>
            <a:endParaRPr/>
          </a:p>
          <a:p>
            <a:pPr indent="0" lvl="0" marL="1306512" rtl="0" algn="l">
              <a:lnSpc>
                <a:spcPct val="100000"/>
              </a:lnSpc>
              <a:spcBef>
                <a:spcPts val="0"/>
              </a:spcBef>
              <a:spcAft>
                <a:spcPts val="0"/>
              </a:spcAft>
              <a:buNone/>
            </a:pPr>
            <a:r>
              <a:t/>
            </a:r>
            <a:endParaRPr b="1" i="0" sz="2500" u="none">
              <a:solidFill>
                <a:schemeClr val="lt1"/>
              </a:solidFill>
              <a:latin typeface="Times New Roman"/>
              <a:ea typeface="Times New Roman"/>
              <a:cs typeface="Times New Roman"/>
              <a:sym typeface="Times New Roman"/>
            </a:endParaRPr>
          </a:p>
        </p:txBody>
      </p:sp>
      <p:sp>
        <p:nvSpPr>
          <p:cNvPr id="27" name="Google Shape;27;p4"/>
          <p:cNvSpPr/>
          <p:nvPr/>
        </p:nvSpPr>
        <p:spPr>
          <a:xfrm>
            <a:off x="0" y="0"/>
            <a:ext cx="9144000" cy="565150"/>
          </a:xfrm>
          <a:prstGeom prst="roundRect">
            <a:avLst>
              <a:gd fmla="val 55" name="adj"/>
            </a:avLst>
          </a:prstGeom>
          <a:solidFill>
            <a:srgbClr val="21426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8" name="Google Shape;28;p4"/>
          <p:cNvSpPr/>
          <p:nvPr/>
        </p:nvSpPr>
        <p:spPr>
          <a:xfrm>
            <a:off x="511175" y="1270000"/>
            <a:ext cx="247650" cy="247650"/>
          </a:xfrm>
          <a:prstGeom prst="roundRect">
            <a:avLst>
              <a:gd fmla="val 125" name="adj"/>
            </a:avLst>
          </a:prstGeom>
          <a:solidFill>
            <a:srgbClr val="21426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9" name="Google Shape;29;p4"/>
          <p:cNvSpPr/>
          <p:nvPr/>
        </p:nvSpPr>
        <p:spPr>
          <a:xfrm>
            <a:off x="635000" y="1392237"/>
            <a:ext cx="247650" cy="247650"/>
          </a:xfrm>
          <a:prstGeom prst="roundRect">
            <a:avLst>
              <a:gd fmla="val 125" name="adj"/>
            </a:avLst>
          </a:prstGeom>
          <a:solidFill>
            <a:srgbClr val="00B8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0" name="Google Shape;30;p4"/>
          <p:cNvSpPr/>
          <p:nvPr/>
        </p:nvSpPr>
        <p:spPr>
          <a:xfrm>
            <a:off x="969962" y="1552575"/>
            <a:ext cx="7407275" cy="36512"/>
          </a:xfrm>
          <a:prstGeom prst="roundRect">
            <a:avLst>
              <a:gd fmla="val 900" name="adj"/>
            </a:avLst>
          </a:prstGeom>
          <a:gradFill>
            <a:gsLst>
              <a:gs pos="0">
                <a:srgbClr val="008000"/>
              </a:gs>
              <a:gs pos="100000">
                <a:srgbClr val="800080"/>
              </a:gs>
            </a:gsLst>
            <a:lin ang="19799999"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1" name="Google Shape;31;p4"/>
          <p:cNvSpPr txBox="1"/>
          <p:nvPr/>
        </p:nvSpPr>
        <p:spPr>
          <a:xfrm>
            <a:off x="123825" y="104775"/>
            <a:ext cx="5819775" cy="723900"/>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Clr>
                <a:schemeClr val="lt1"/>
              </a:buClr>
              <a:buSzPts val="2500"/>
              <a:buFont typeface="Times New Roman"/>
              <a:buNone/>
            </a:pPr>
            <a:r>
              <a:rPr b="1" i="0" lang="en-US" sz="2500" u="none">
                <a:solidFill>
                  <a:schemeClr val="lt1"/>
                </a:solidFill>
                <a:latin typeface="Times New Roman"/>
                <a:ea typeface="Times New Roman"/>
                <a:cs typeface="Times New Roman"/>
                <a:sym typeface="Times New Roman"/>
              </a:rPr>
              <a:t>Linux Commands</a:t>
            </a:r>
            <a:endParaRPr/>
          </a:p>
          <a:p>
            <a:pPr indent="0" lvl="0" marL="0" marR="0" rtl="0" algn="l">
              <a:lnSpc>
                <a:spcPct val="100000"/>
              </a:lnSpc>
              <a:spcBef>
                <a:spcPts val="0"/>
              </a:spcBef>
              <a:spcAft>
                <a:spcPts val="0"/>
              </a:spcAft>
              <a:buNone/>
            </a:pPr>
            <a:r>
              <a:t/>
            </a:r>
            <a:endParaRPr b="1" i="0" sz="2500" u="none">
              <a:solidFill>
                <a:schemeClr val="lt1"/>
              </a:solidFill>
              <a:latin typeface="Times New Roman"/>
              <a:ea typeface="Times New Roman"/>
              <a:cs typeface="Times New Roman"/>
              <a:sym typeface="Times New Roman"/>
            </a:endParaRPr>
          </a:p>
        </p:txBody>
      </p:sp>
      <p:sp>
        <p:nvSpPr>
          <p:cNvPr id="32" name="Google Shape;32;p4"/>
          <p:cNvSpPr/>
          <p:nvPr/>
        </p:nvSpPr>
        <p:spPr>
          <a:xfrm>
            <a:off x="0" y="4989512"/>
            <a:ext cx="106362" cy="1868487"/>
          </a:xfrm>
          <a:prstGeom prst="roundRect">
            <a:avLst>
              <a:gd fmla="val 291" name="adj"/>
            </a:avLst>
          </a:prstGeom>
          <a:solidFill>
            <a:srgbClr val="21426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3" name="Google Shape;33;p4"/>
          <p:cNvSpPr txBox="1"/>
          <p:nvPr>
            <p:ph idx="1" type="body"/>
          </p:nvPr>
        </p:nvSpPr>
        <p:spPr>
          <a:xfrm>
            <a:off x="457200" y="1600200"/>
            <a:ext cx="8229600" cy="5257800"/>
          </a:xfrm>
          <a:prstGeom prst="rect">
            <a:avLst/>
          </a:prstGeom>
          <a:noFill/>
          <a:ln>
            <a:noFill/>
          </a:ln>
        </p:spPr>
        <p:txBody>
          <a:bodyPr anchorCtr="0" anchor="t" bIns="45700" lIns="91425" spcFirstLastPara="1" rIns="91425" wrap="square" tIns="45700">
            <a:noAutofit/>
          </a:bodyPr>
          <a:lstStyle/>
          <a:p>
            <a:pPr indent="-233679" lvl="0" marL="392112" marR="0" rtl="0" algn="l">
              <a:lnSpc>
                <a:spcPct val="95000"/>
              </a:lnSpc>
              <a:spcBef>
                <a:spcPts val="0"/>
              </a:spcBef>
              <a:spcAft>
                <a:spcPts val="0"/>
              </a:spcAft>
              <a:buClr>
                <a:srgbClr val="000000"/>
              </a:buClr>
              <a:buSzPts val="945"/>
              <a:buFont typeface="Noto Sans Symbols"/>
              <a:buNone/>
            </a:pPr>
            <a:r>
              <a:t/>
            </a:r>
            <a:endParaRPr b="1" i="0" sz="2100" u="none" cap="none" strike="noStrike">
              <a:solidFill>
                <a:srgbClr val="000066"/>
              </a:solidFill>
              <a:latin typeface="Times"/>
              <a:ea typeface="Times"/>
              <a:cs typeface="Times"/>
              <a:sym typeface="Times"/>
            </a:endParaRPr>
          </a:p>
          <a:p>
            <a:pPr indent="-293687" lvl="0" marL="392112" marR="0" rtl="0" algn="l">
              <a:lnSpc>
                <a:spcPct val="95000"/>
              </a:lnSpc>
              <a:spcBef>
                <a:spcPts val="2150"/>
              </a:spcBef>
              <a:spcAft>
                <a:spcPts val="0"/>
              </a:spcAft>
              <a:buClr>
                <a:srgbClr val="000000"/>
              </a:buClr>
              <a:buSzPts val="855"/>
              <a:buFont typeface="Noto Sans Symbols"/>
              <a:buNone/>
            </a:pPr>
            <a:r>
              <a:t/>
            </a:r>
            <a:endParaRPr b="1" i="0" sz="1900" u="none" cap="none" strike="noStrike">
              <a:solidFill>
                <a:srgbClr val="660066"/>
              </a:solidFill>
              <a:latin typeface="Times"/>
              <a:ea typeface="Times"/>
              <a:cs typeface="Times"/>
              <a:sym typeface="Times"/>
            </a:endParaRPr>
          </a:p>
          <a:p>
            <a:pPr indent="-293687" lvl="0" marL="392112" marR="0" rtl="0" algn="ctr">
              <a:lnSpc>
                <a:spcPct val="95000"/>
              </a:lnSpc>
              <a:spcBef>
                <a:spcPts val="3200"/>
              </a:spcBef>
              <a:spcAft>
                <a:spcPts val="0"/>
              </a:spcAft>
              <a:buClr>
                <a:srgbClr val="000000"/>
              </a:buClr>
              <a:buSzPts val="1800"/>
              <a:buFont typeface="Noto Sans Symbols"/>
              <a:buNone/>
            </a:pPr>
            <a:r>
              <a:rPr b="1" i="0" lang="en-US" sz="4000" u="none" cap="none" strike="noStrike">
                <a:solidFill>
                  <a:srgbClr val="E4005C"/>
                </a:solidFill>
                <a:latin typeface="Arial"/>
                <a:ea typeface="Arial"/>
                <a:cs typeface="Arial"/>
                <a:sym typeface="Arial"/>
              </a:rPr>
              <a:t>LINUX COMMANDS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 name="Shape 37"/>
        <p:cNvGrpSpPr/>
        <p:nvPr/>
      </p:nvGrpSpPr>
      <p:grpSpPr>
        <a:xfrm>
          <a:off x="0" y="0"/>
          <a:ext cx="0" cy="0"/>
          <a:chOff x="0" y="0"/>
          <a:chExt cx="0" cy="0"/>
        </a:xfrm>
      </p:grpSpPr>
      <p:sp>
        <p:nvSpPr>
          <p:cNvPr id="38" name="Google Shape;38;p5"/>
          <p:cNvSpPr txBox="1"/>
          <p:nvPr>
            <p:ph idx="4294967295" type="title"/>
          </p:nvPr>
        </p:nvSpPr>
        <p:spPr>
          <a:xfrm>
            <a:off x="671512" y="568325"/>
            <a:ext cx="7805737" cy="1144587"/>
          </a:xfrm>
          <a:prstGeom prst="rect">
            <a:avLst/>
          </a:prstGeom>
          <a:noFill/>
          <a:ln>
            <a:noFill/>
          </a:ln>
        </p:spPr>
        <p:txBody>
          <a:bodyPr anchorCtr="0" anchor="ctr" bIns="0" lIns="0" spcFirstLastPara="1" rIns="0" wrap="square" tIns="0">
            <a:noAutofit/>
          </a:bodyPr>
          <a:lstStyle/>
          <a:p>
            <a:pPr indent="0" lvl="0" marL="1306512" marR="0" rtl="0" algn="ctr">
              <a:lnSpc>
                <a:spcPct val="100000"/>
              </a:lnSpc>
              <a:spcBef>
                <a:spcPts val="0"/>
              </a:spcBef>
              <a:spcAft>
                <a:spcPts val="0"/>
              </a:spcAft>
              <a:buClr>
                <a:srgbClr val="E4005C"/>
              </a:buClr>
              <a:buSzPts val="4000"/>
              <a:buFont typeface="Arial"/>
              <a:buNone/>
            </a:pPr>
            <a:r>
              <a:rPr b="1" i="0" lang="en-US" sz="4000" u="none">
                <a:solidFill>
                  <a:srgbClr val="E4005C"/>
                </a:solidFill>
                <a:latin typeface="Arial"/>
                <a:ea typeface="Arial"/>
                <a:cs typeface="Arial"/>
                <a:sym typeface="Arial"/>
              </a:rPr>
              <a:t>UNIX Commands</a:t>
            </a:r>
            <a:endParaRPr/>
          </a:p>
        </p:txBody>
      </p:sp>
      <p:sp>
        <p:nvSpPr>
          <p:cNvPr id="39" name="Google Shape;39;p5"/>
          <p:cNvSpPr txBox="1"/>
          <p:nvPr>
            <p:ph idx="4294967295" type="body"/>
          </p:nvPr>
        </p:nvSpPr>
        <p:spPr>
          <a:xfrm>
            <a:off x="671512" y="1906587"/>
            <a:ext cx="3825875" cy="4319587"/>
          </a:xfrm>
          <a:prstGeom prst="rect">
            <a:avLst/>
          </a:prstGeom>
          <a:noFill/>
          <a:ln>
            <a:noFill/>
          </a:ln>
        </p:spPr>
        <p:txBody>
          <a:bodyPr anchorCtr="0" anchor="t" bIns="45700" lIns="91425" spcFirstLastPara="1" rIns="91425" wrap="square" tIns="45700">
            <a:noAutofit/>
          </a:bodyPr>
          <a:lstStyle/>
          <a:p>
            <a:pPr indent="-311150" lvl="0" marL="311150" marR="0" rtl="0" algn="l">
              <a:lnSpc>
                <a:spcPct val="80000"/>
              </a:lnSpc>
              <a:spcBef>
                <a:spcPts val="0"/>
              </a:spcBef>
              <a:spcAft>
                <a:spcPts val="0"/>
              </a:spcAft>
              <a:buClr>
                <a:srgbClr val="000000"/>
              </a:buClr>
              <a:buSzPts val="1080"/>
              <a:buFont typeface="Noto Sans Symbols"/>
              <a:buNone/>
            </a:pPr>
            <a:r>
              <a:t/>
            </a:r>
            <a:endParaRPr b="1" i="0" sz="2400" u="none" cap="none" strike="noStrike">
              <a:solidFill>
                <a:srgbClr val="000066"/>
              </a:solidFill>
              <a:latin typeface="Arial"/>
              <a:ea typeface="Arial"/>
              <a:cs typeface="Arial"/>
              <a:sym typeface="Arial"/>
            </a:endParaRPr>
          </a:p>
          <a:p>
            <a:pPr indent="-225107" lvl="0" marL="392112" marR="0" rtl="0" algn="l">
              <a:lnSpc>
                <a:spcPct val="95000"/>
              </a:lnSpc>
              <a:spcBef>
                <a:spcPts val="0"/>
              </a:spcBef>
              <a:spcAft>
                <a:spcPts val="0"/>
              </a:spcAft>
              <a:buClr>
                <a:srgbClr val="000000"/>
              </a:buClr>
              <a:buSzPts val="1080"/>
              <a:buFont typeface="Noto Sans Symbols"/>
              <a:buNone/>
            </a:pPr>
            <a:r>
              <a:t/>
            </a:r>
            <a:endParaRPr b="1" i="0" sz="2400" u="none">
              <a:solidFill>
                <a:srgbClr val="000066"/>
              </a:solidFill>
              <a:latin typeface="Arial"/>
              <a:ea typeface="Arial"/>
              <a:cs typeface="Arial"/>
              <a:sym typeface="Arial"/>
            </a:endParaRPr>
          </a:p>
        </p:txBody>
      </p:sp>
      <p:sp>
        <p:nvSpPr>
          <p:cNvPr id="40" name="Google Shape;40;p5"/>
          <p:cNvSpPr/>
          <p:nvPr/>
        </p:nvSpPr>
        <p:spPr>
          <a:xfrm>
            <a:off x="0" y="0"/>
            <a:ext cx="9144000" cy="565150"/>
          </a:xfrm>
          <a:prstGeom prst="roundRect">
            <a:avLst>
              <a:gd fmla="val 55" name="adj"/>
            </a:avLst>
          </a:prstGeom>
          <a:solidFill>
            <a:srgbClr val="21426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1" name="Google Shape;41;p5"/>
          <p:cNvSpPr/>
          <p:nvPr/>
        </p:nvSpPr>
        <p:spPr>
          <a:xfrm>
            <a:off x="511175" y="1270000"/>
            <a:ext cx="247650" cy="247650"/>
          </a:xfrm>
          <a:prstGeom prst="roundRect">
            <a:avLst>
              <a:gd fmla="val 125" name="adj"/>
            </a:avLst>
          </a:prstGeom>
          <a:solidFill>
            <a:srgbClr val="21426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2" name="Google Shape;42;p5"/>
          <p:cNvSpPr/>
          <p:nvPr/>
        </p:nvSpPr>
        <p:spPr>
          <a:xfrm>
            <a:off x="635000" y="1392237"/>
            <a:ext cx="247650" cy="247650"/>
          </a:xfrm>
          <a:prstGeom prst="roundRect">
            <a:avLst>
              <a:gd fmla="val 125" name="adj"/>
            </a:avLst>
          </a:prstGeom>
          <a:solidFill>
            <a:srgbClr val="00B8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3" name="Google Shape;43;p5"/>
          <p:cNvSpPr/>
          <p:nvPr/>
        </p:nvSpPr>
        <p:spPr>
          <a:xfrm>
            <a:off x="969962" y="1552575"/>
            <a:ext cx="7407275" cy="36512"/>
          </a:xfrm>
          <a:prstGeom prst="roundRect">
            <a:avLst>
              <a:gd fmla="val 900" name="adj"/>
            </a:avLst>
          </a:prstGeom>
          <a:gradFill>
            <a:gsLst>
              <a:gs pos="0">
                <a:srgbClr val="008000"/>
              </a:gs>
              <a:gs pos="100000">
                <a:srgbClr val="800080"/>
              </a:gs>
            </a:gsLst>
            <a:lin ang="19799999"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4" name="Google Shape;44;p5"/>
          <p:cNvSpPr txBox="1"/>
          <p:nvPr/>
        </p:nvSpPr>
        <p:spPr>
          <a:xfrm>
            <a:off x="0" y="0"/>
            <a:ext cx="5819775" cy="347662"/>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Clr>
                <a:schemeClr val="lt1"/>
              </a:buClr>
              <a:buSzPts val="2400"/>
              <a:buFont typeface="Times New Roman"/>
              <a:buNone/>
            </a:pPr>
            <a:r>
              <a:rPr b="1" i="0" lang="en-US" sz="2400" u="none">
                <a:solidFill>
                  <a:schemeClr val="lt1"/>
                </a:solidFill>
                <a:latin typeface="Times New Roman"/>
                <a:ea typeface="Times New Roman"/>
                <a:cs typeface="Times New Roman"/>
                <a:sym typeface="Times New Roman"/>
              </a:rPr>
              <a:t>Linux Commands</a:t>
            </a:r>
            <a:endParaRPr/>
          </a:p>
        </p:txBody>
      </p:sp>
      <p:sp>
        <p:nvSpPr>
          <p:cNvPr id="45" name="Google Shape;45;p5"/>
          <p:cNvSpPr/>
          <p:nvPr/>
        </p:nvSpPr>
        <p:spPr>
          <a:xfrm>
            <a:off x="0" y="4989512"/>
            <a:ext cx="106362" cy="1868487"/>
          </a:xfrm>
          <a:prstGeom prst="roundRect">
            <a:avLst>
              <a:gd fmla="val 291" name="adj"/>
            </a:avLst>
          </a:prstGeom>
          <a:solidFill>
            <a:srgbClr val="21426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6" name="Google Shape;46;p5"/>
          <p:cNvSpPr txBox="1"/>
          <p:nvPr>
            <p:ph idx="4294967295" type="body"/>
          </p:nvPr>
        </p:nvSpPr>
        <p:spPr>
          <a:xfrm>
            <a:off x="533400" y="1906587"/>
            <a:ext cx="7943850" cy="4319587"/>
          </a:xfrm>
          <a:prstGeom prst="rect">
            <a:avLst/>
          </a:prstGeom>
          <a:noFill/>
          <a:ln>
            <a:noFill/>
          </a:ln>
        </p:spPr>
        <p:txBody>
          <a:bodyPr anchorCtr="0" anchor="t" bIns="45700" lIns="91425" spcFirstLastPara="1" rIns="91425" wrap="square" tIns="45700">
            <a:noAutofit/>
          </a:bodyPr>
          <a:lstStyle/>
          <a:p>
            <a:pPr indent="-127000" lvl="0" marL="311150" marR="0" rtl="0" algn="just">
              <a:lnSpc>
                <a:spcPct val="90000"/>
              </a:lnSpc>
              <a:spcBef>
                <a:spcPts val="0"/>
              </a:spcBef>
              <a:spcAft>
                <a:spcPts val="0"/>
              </a:spcAft>
              <a:buClr>
                <a:srgbClr val="DF0587"/>
              </a:buClr>
              <a:buSzPts val="2900"/>
              <a:buFont typeface="Noto Sans Symbols"/>
              <a:buNone/>
            </a:pPr>
            <a:r>
              <a:t/>
            </a:r>
            <a:endParaRPr b="0" i="0" sz="2900" u="none">
              <a:solidFill>
                <a:srgbClr val="DF0587"/>
              </a:solidFill>
              <a:latin typeface="Times New Roman"/>
              <a:ea typeface="Times New Roman"/>
              <a:cs typeface="Times New Roman"/>
              <a:sym typeface="Times New Roman"/>
            </a:endParaRPr>
          </a:p>
          <a:p>
            <a:pPr indent="-210819" lvl="0" marL="392112" marR="0" rtl="0" algn="l">
              <a:lnSpc>
                <a:spcPct val="95000"/>
              </a:lnSpc>
              <a:spcBef>
                <a:spcPts val="0"/>
              </a:spcBef>
              <a:spcAft>
                <a:spcPts val="0"/>
              </a:spcAft>
              <a:buClr>
                <a:srgbClr val="000000"/>
              </a:buClr>
              <a:buSzPts val="1305"/>
              <a:buFont typeface="Noto Sans Symbols"/>
              <a:buNone/>
            </a:pPr>
            <a:r>
              <a:t/>
            </a:r>
            <a:endParaRPr b="0" i="0" sz="2900" u="none">
              <a:solidFill>
                <a:srgbClr val="DF0587"/>
              </a:solidFill>
              <a:latin typeface="Times New Roman"/>
              <a:ea typeface="Times New Roman"/>
              <a:cs typeface="Times New Roman"/>
              <a:sym typeface="Times New Roman"/>
            </a:endParaRPr>
          </a:p>
        </p:txBody>
      </p:sp>
      <p:sp>
        <p:nvSpPr>
          <p:cNvPr id="47" name="Google Shape;47;p5"/>
          <p:cNvSpPr txBox="1"/>
          <p:nvPr/>
        </p:nvSpPr>
        <p:spPr>
          <a:xfrm>
            <a:off x="671512" y="1906587"/>
            <a:ext cx="7805737" cy="4319587"/>
          </a:xfrm>
          <a:prstGeom prst="rect">
            <a:avLst/>
          </a:prstGeom>
          <a:noFill/>
          <a:ln>
            <a:noFill/>
          </a:ln>
        </p:spPr>
        <p:txBody>
          <a:bodyPr anchorCtr="0" anchor="t" bIns="0" lIns="0" spcFirstLastPara="1" rIns="0" wrap="square" tIns="0">
            <a:noAutofit/>
          </a:bodyPr>
          <a:lstStyle/>
          <a:p>
            <a:pPr indent="-293687" lvl="0" marL="392112" marR="0" rtl="0" algn="just">
              <a:lnSpc>
                <a:spcPct val="80000"/>
              </a:lnSpc>
              <a:spcBef>
                <a:spcPts val="0"/>
              </a:spcBef>
              <a:spcAft>
                <a:spcPts val="0"/>
              </a:spcAft>
              <a:buClr>
                <a:srgbClr val="000066"/>
              </a:buClr>
              <a:buSzPts val="2400"/>
              <a:buFont typeface="Arial"/>
              <a:buChar char="•"/>
            </a:pPr>
            <a:r>
              <a:rPr b="1" i="0" lang="en-US" sz="2400" u="none">
                <a:solidFill>
                  <a:srgbClr val="000066"/>
                </a:solidFill>
                <a:latin typeface="Arial"/>
                <a:ea typeface="Arial"/>
                <a:cs typeface="Arial"/>
                <a:sym typeface="Arial"/>
              </a:rPr>
              <a:t>A command is a program which interacts with the kernel to provide the environment and perform the functions called for by the user. </a:t>
            </a:r>
            <a:endParaRPr/>
          </a:p>
          <a:p>
            <a:pPr indent="-293687" lvl="0" marL="392112" marR="0" rtl="0" algn="just">
              <a:lnSpc>
                <a:spcPct val="80000"/>
              </a:lnSpc>
              <a:spcBef>
                <a:spcPts val="2500"/>
              </a:spcBef>
              <a:spcAft>
                <a:spcPts val="0"/>
              </a:spcAft>
              <a:buClr>
                <a:srgbClr val="000066"/>
              </a:buClr>
              <a:buSzPts val="2400"/>
              <a:buFont typeface="Arial"/>
              <a:buChar char="•"/>
            </a:pPr>
            <a:r>
              <a:rPr b="1" i="0" lang="en-US" sz="2400" u="none">
                <a:solidFill>
                  <a:srgbClr val="000066"/>
                </a:solidFill>
                <a:latin typeface="Arial"/>
                <a:ea typeface="Arial"/>
                <a:cs typeface="Arial"/>
                <a:sym typeface="Arial"/>
              </a:rPr>
              <a:t>A command can be: a built-in shell command; an executable shell file, known as a shell script; or a source compiled, object code file. </a:t>
            </a:r>
            <a:endParaRPr/>
          </a:p>
          <a:p>
            <a:pPr indent="-293687" lvl="0" marL="392112" marR="0" rtl="0" algn="just">
              <a:lnSpc>
                <a:spcPct val="80000"/>
              </a:lnSpc>
              <a:spcBef>
                <a:spcPts val="2500"/>
              </a:spcBef>
              <a:spcAft>
                <a:spcPts val="0"/>
              </a:spcAft>
              <a:buClr>
                <a:srgbClr val="000066"/>
              </a:buClr>
              <a:buSzPts val="2400"/>
              <a:buFont typeface="Arial"/>
              <a:buChar char="•"/>
            </a:pPr>
            <a:r>
              <a:rPr b="1" i="0" lang="en-US" sz="2400" u="none">
                <a:solidFill>
                  <a:srgbClr val="000066"/>
                </a:solidFill>
                <a:latin typeface="Arial"/>
                <a:ea typeface="Arial"/>
                <a:cs typeface="Arial"/>
                <a:sym typeface="Arial"/>
              </a:rPr>
              <a:t>The shell is a command line interpreter. The user interacts with the kernel through the shell. You can write ASCII (text) scripts to be acted upon by a shell.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1" name="Shape 51"/>
        <p:cNvGrpSpPr/>
        <p:nvPr/>
      </p:nvGrpSpPr>
      <p:grpSpPr>
        <a:xfrm>
          <a:off x="0" y="0"/>
          <a:ext cx="0" cy="0"/>
          <a:chOff x="0" y="0"/>
          <a:chExt cx="0" cy="0"/>
        </a:xfrm>
      </p:grpSpPr>
      <p:sp>
        <p:nvSpPr>
          <p:cNvPr id="52" name="Google Shape;52;p6"/>
          <p:cNvSpPr txBox="1"/>
          <p:nvPr>
            <p:ph idx="4294967295" type="title"/>
          </p:nvPr>
        </p:nvSpPr>
        <p:spPr>
          <a:xfrm>
            <a:off x="671512" y="568325"/>
            <a:ext cx="7805737" cy="1144587"/>
          </a:xfrm>
          <a:prstGeom prst="rect">
            <a:avLst/>
          </a:prstGeom>
          <a:noFill/>
          <a:ln>
            <a:noFill/>
          </a:ln>
        </p:spPr>
        <p:txBody>
          <a:bodyPr anchorCtr="0" anchor="ctr" bIns="0" lIns="0" spcFirstLastPara="1" rIns="0" wrap="square" tIns="0">
            <a:noAutofit/>
          </a:bodyPr>
          <a:lstStyle/>
          <a:p>
            <a:pPr indent="0" lvl="0" marL="1306512" marR="0" rtl="0" algn="ctr">
              <a:lnSpc>
                <a:spcPct val="100000"/>
              </a:lnSpc>
              <a:spcBef>
                <a:spcPts val="0"/>
              </a:spcBef>
              <a:spcAft>
                <a:spcPts val="0"/>
              </a:spcAft>
              <a:buClr>
                <a:srgbClr val="E4005C"/>
              </a:buClr>
              <a:buSzPts val="4000"/>
              <a:buFont typeface="Arial"/>
              <a:buNone/>
            </a:pPr>
            <a:r>
              <a:rPr b="1" i="0" lang="en-US" sz="4000" u="none">
                <a:solidFill>
                  <a:srgbClr val="E4005C"/>
                </a:solidFill>
                <a:latin typeface="Arial"/>
                <a:ea typeface="Arial"/>
                <a:cs typeface="Arial"/>
                <a:sym typeface="Arial"/>
              </a:rPr>
              <a:t>UNIX Shell</a:t>
            </a:r>
            <a:endParaRPr/>
          </a:p>
        </p:txBody>
      </p:sp>
      <p:sp>
        <p:nvSpPr>
          <p:cNvPr id="53" name="Google Shape;53;p6"/>
          <p:cNvSpPr txBox="1"/>
          <p:nvPr>
            <p:ph idx="4294967295" type="body"/>
          </p:nvPr>
        </p:nvSpPr>
        <p:spPr>
          <a:xfrm>
            <a:off x="671512" y="1906587"/>
            <a:ext cx="3825875" cy="4319587"/>
          </a:xfrm>
          <a:prstGeom prst="rect">
            <a:avLst/>
          </a:prstGeom>
          <a:noFill/>
          <a:ln>
            <a:noFill/>
          </a:ln>
        </p:spPr>
        <p:txBody>
          <a:bodyPr anchorCtr="0" anchor="t" bIns="45700" lIns="91425" spcFirstLastPara="1" rIns="91425" wrap="square" tIns="45700">
            <a:noAutofit/>
          </a:bodyPr>
          <a:lstStyle/>
          <a:p>
            <a:pPr indent="-311150" lvl="0" marL="311150" marR="0" rtl="0" algn="l">
              <a:lnSpc>
                <a:spcPct val="80000"/>
              </a:lnSpc>
              <a:spcBef>
                <a:spcPts val="0"/>
              </a:spcBef>
              <a:spcAft>
                <a:spcPts val="0"/>
              </a:spcAft>
              <a:buClr>
                <a:srgbClr val="000000"/>
              </a:buClr>
              <a:buSzPts val="1080"/>
              <a:buFont typeface="Noto Sans Symbols"/>
              <a:buNone/>
            </a:pPr>
            <a:r>
              <a:t/>
            </a:r>
            <a:endParaRPr b="1" i="0" sz="2400" u="none">
              <a:solidFill>
                <a:srgbClr val="000066"/>
              </a:solidFill>
              <a:latin typeface="Arial"/>
              <a:ea typeface="Arial"/>
              <a:cs typeface="Arial"/>
              <a:sym typeface="Arial"/>
            </a:endParaRPr>
          </a:p>
          <a:p>
            <a:pPr indent="-225107" lvl="0" marL="392112" marR="0" rtl="0" algn="l">
              <a:lnSpc>
                <a:spcPct val="95000"/>
              </a:lnSpc>
              <a:spcBef>
                <a:spcPts val="0"/>
              </a:spcBef>
              <a:spcAft>
                <a:spcPts val="0"/>
              </a:spcAft>
              <a:buClr>
                <a:srgbClr val="000000"/>
              </a:buClr>
              <a:buSzPts val="1080"/>
              <a:buFont typeface="Noto Sans Symbols"/>
              <a:buNone/>
            </a:pPr>
            <a:r>
              <a:t/>
            </a:r>
            <a:endParaRPr b="1" i="0" sz="2400" u="none">
              <a:solidFill>
                <a:srgbClr val="000066"/>
              </a:solidFill>
              <a:latin typeface="Arial"/>
              <a:ea typeface="Arial"/>
              <a:cs typeface="Arial"/>
              <a:sym typeface="Arial"/>
            </a:endParaRPr>
          </a:p>
        </p:txBody>
      </p:sp>
      <p:sp>
        <p:nvSpPr>
          <p:cNvPr id="54" name="Google Shape;54;p6"/>
          <p:cNvSpPr/>
          <p:nvPr/>
        </p:nvSpPr>
        <p:spPr>
          <a:xfrm>
            <a:off x="0" y="0"/>
            <a:ext cx="9144000" cy="565150"/>
          </a:xfrm>
          <a:prstGeom prst="roundRect">
            <a:avLst>
              <a:gd fmla="val 55" name="adj"/>
            </a:avLst>
          </a:prstGeom>
          <a:solidFill>
            <a:srgbClr val="21426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5" name="Google Shape;55;p6"/>
          <p:cNvSpPr/>
          <p:nvPr/>
        </p:nvSpPr>
        <p:spPr>
          <a:xfrm>
            <a:off x="511175" y="1270000"/>
            <a:ext cx="247650" cy="247650"/>
          </a:xfrm>
          <a:prstGeom prst="roundRect">
            <a:avLst>
              <a:gd fmla="val 125" name="adj"/>
            </a:avLst>
          </a:prstGeom>
          <a:solidFill>
            <a:srgbClr val="21426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6" name="Google Shape;56;p6"/>
          <p:cNvSpPr/>
          <p:nvPr/>
        </p:nvSpPr>
        <p:spPr>
          <a:xfrm>
            <a:off x="635000" y="1392237"/>
            <a:ext cx="247650" cy="247650"/>
          </a:xfrm>
          <a:prstGeom prst="roundRect">
            <a:avLst>
              <a:gd fmla="val 125" name="adj"/>
            </a:avLst>
          </a:prstGeom>
          <a:solidFill>
            <a:srgbClr val="00B8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7" name="Google Shape;57;p6"/>
          <p:cNvSpPr/>
          <p:nvPr/>
        </p:nvSpPr>
        <p:spPr>
          <a:xfrm>
            <a:off x="969962" y="1552575"/>
            <a:ext cx="7407275" cy="36512"/>
          </a:xfrm>
          <a:prstGeom prst="roundRect">
            <a:avLst>
              <a:gd fmla="val 900" name="adj"/>
            </a:avLst>
          </a:prstGeom>
          <a:gradFill>
            <a:gsLst>
              <a:gs pos="0">
                <a:srgbClr val="008000"/>
              </a:gs>
              <a:gs pos="100000">
                <a:srgbClr val="800080"/>
              </a:gs>
            </a:gsLst>
            <a:lin ang="19799999"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8" name="Google Shape;58;p6"/>
          <p:cNvSpPr txBox="1"/>
          <p:nvPr/>
        </p:nvSpPr>
        <p:spPr>
          <a:xfrm>
            <a:off x="123825" y="104775"/>
            <a:ext cx="5819775" cy="347662"/>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Clr>
                <a:schemeClr val="lt1"/>
              </a:buClr>
              <a:buSzPts val="2400"/>
              <a:buFont typeface="Times New Roman"/>
              <a:buNone/>
            </a:pPr>
            <a:r>
              <a:rPr b="1" i="0" lang="en-US" sz="2400" u="none">
                <a:solidFill>
                  <a:schemeClr val="lt1"/>
                </a:solidFill>
                <a:latin typeface="Times New Roman"/>
                <a:ea typeface="Times New Roman"/>
                <a:cs typeface="Times New Roman"/>
                <a:sym typeface="Times New Roman"/>
              </a:rPr>
              <a:t>Linux Commands</a:t>
            </a:r>
            <a:endParaRPr/>
          </a:p>
        </p:txBody>
      </p:sp>
      <p:sp>
        <p:nvSpPr>
          <p:cNvPr id="59" name="Google Shape;59;p6"/>
          <p:cNvSpPr/>
          <p:nvPr/>
        </p:nvSpPr>
        <p:spPr>
          <a:xfrm>
            <a:off x="0" y="4989512"/>
            <a:ext cx="106362" cy="1868487"/>
          </a:xfrm>
          <a:prstGeom prst="roundRect">
            <a:avLst>
              <a:gd fmla="val 291" name="adj"/>
            </a:avLst>
          </a:prstGeom>
          <a:solidFill>
            <a:srgbClr val="21426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0" name="Google Shape;60;p6"/>
          <p:cNvSpPr txBox="1"/>
          <p:nvPr>
            <p:ph idx="4294967295" type="body"/>
          </p:nvPr>
        </p:nvSpPr>
        <p:spPr>
          <a:xfrm>
            <a:off x="533400" y="1906587"/>
            <a:ext cx="7943850" cy="4319587"/>
          </a:xfrm>
          <a:prstGeom prst="rect">
            <a:avLst/>
          </a:prstGeom>
          <a:noFill/>
          <a:ln>
            <a:noFill/>
          </a:ln>
        </p:spPr>
        <p:txBody>
          <a:bodyPr anchorCtr="0" anchor="t" bIns="45700" lIns="91425" spcFirstLastPara="1" rIns="91425" wrap="square" tIns="45700">
            <a:noAutofit/>
          </a:bodyPr>
          <a:lstStyle/>
          <a:p>
            <a:pPr indent="-127000" lvl="0" marL="311150" marR="0" rtl="0" algn="just">
              <a:lnSpc>
                <a:spcPct val="90000"/>
              </a:lnSpc>
              <a:spcBef>
                <a:spcPts val="0"/>
              </a:spcBef>
              <a:spcAft>
                <a:spcPts val="0"/>
              </a:spcAft>
              <a:buClr>
                <a:srgbClr val="DF0587"/>
              </a:buClr>
              <a:buSzPts val="2900"/>
              <a:buFont typeface="Noto Sans Symbols"/>
              <a:buNone/>
            </a:pPr>
            <a:r>
              <a:t/>
            </a:r>
            <a:endParaRPr b="0" i="0" sz="2900" u="none">
              <a:solidFill>
                <a:srgbClr val="DF0587"/>
              </a:solidFill>
              <a:latin typeface="Times New Roman"/>
              <a:ea typeface="Times New Roman"/>
              <a:cs typeface="Times New Roman"/>
              <a:sym typeface="Times New Roman"/>
            </a:endParaRPr>
          </a:p>
          <a:p>
            <a:pPr indent="-210819" lvl="0" marL="392112" marR="0" rtl="0" algn="l">
              <a:lnSpc>
                <a:spcPct val="95000"/>
              </a:lnSpc>
              <a:spcBef>
                <a:spcPts val="0"/>
              </a:spcBef>
              <a:spcAft>
                <a:spcPts val="0"/>
              </a:spcAft>
              <a:buClr>
                <a:srgbClr val="000000"/>
              </a:buClr>
              <a:buSzPts val="1305"/>
              <a:buFont typeface="Noto Sans Symbols"/>
              <a:buNone/>
            </a:pPr>
            <a:r>
              <a:t/>
            </a:r>
            <a:endParaRPr b="0" i="0" sz="2900" u="none">
              <a:solidFill>
                <a:srgbClr val="DF0587"/>
              </a:solidFill>
              <a:latin typeface="Times New Roman"/>
              <a:ea typeface="Times New Roman"/>
              <a:cs typeface="Times New Roman"/>
              <a:sym typeface="Times New Roman"/>
            </a:endParaRPr>
          </a:p>
        </p:txBody>
      </p:sp>
      <p:sp>
        <p:nvSpPr>
          <p:cNvPr id="61" name="Google Shape;61;p6"/>
          <p:cNvSpPr txBox="1"/>
          <p:nvPr/>
        </p:nvSpPr>
        <p:spPr>
          <a:xfrm>
            <a:off x="671512" y="1906587"/>
            <a:ext cx="7805737" cy="4319587"/>
          </a:xfrm>
          <a:prstGeom prst="rect">
            <a:avLst/>
          </a:prstGeom>
          <a:noFill/>
          <a:ln>
            <a:noFill/>
          </a:ln>
        </p:spPr>
        <p:txBody>
          <a:bodyPr anchorCtr="0" anchor="t" bIns="0" lIns="0" spcFirstLastPara="1" rIns="0" wrap="square" tIns="0">
            <a:noAutofit/>
          </a:bodyPr>
          <a:lstStyle/>
          <a:p>
            <a:pPr indent="-293687" lvl="0" marL="392112" marR="0" rtl="0" algn="just">
              <a:lnSpc>
                <a:spcPct val="80000"/>
              </a:lnSpc>
              <a:spcBef>
                <a:spcPts val="0"/>
              </a:spcBef>
              <a:spcAft>
                <a:spcPts val="0"/>
              </a:spcAft>
              <a:buClr>
                <a:srgbClr val="000066"/>
              </a:buClr>
              <a:buSzPts val="2400"/>
              <a:buFont typeface="Arial"/>
              <a:buChar char="•"/>
            </a:pPr>
            <a:r>
              <a:rPr b="1" i="0" lang="en-US" sz="2400" u="none">
                <a:solidFill>
                  <a:srgbClr val="000066"/>
                </a:solidFill>
                <a:latin typeface="Arial"/>
                <a:ea typeface="Arial"/>
                <a:cs typeface="Arial"/>
                <a:sym typeface="Arial"/>
              </a:rPr>
              <a:t>The shell sits between you and the operating system, acting as a command interpreter. </a:t>
            </a:r>
            <a:endParaRPr/>
          </a:p>
          <a:p>
            <a:pPr indent="-293687" lvl="0" marL="392112" marR="0" rtl="0" algn="just">
              <a:lnSpc>
                <a:spcPct val="80000"/>
              </a:lnSpc>
              <a:spcBef>
                <a:spcPts val="2500"/>
              </a:spcBef>
              <a:spcAft>
                <a:spcPts val="0"/>
              </a:spcAft>
              <a:buClr>
                <a:srgbClr val="000066"/>
              </a:buClr>
              <a:buSzPts val="2400"/>
              <a:buFont typeface="Arial"/>
              <a:buChar char="•"/>
            </a:pPr>
            <a:r>
              <a:rPr b="1" i="0" lang="en-US" sz="2400" u="none">
                <a:solidFill>
                  <a:srgbClr val="000066"/>
                </a:solidFill>
                <a:latin typeface="Arial"/>
                <a:ea typeface="Arial"/>
                <a:cs typeface="Arial"/>
                <a:sym typeface="Arial"/>
              </a:rPr>
              <a:t>It reads your terminal input and translates the commands into actions taken by the system. The shell is analogous to command.com in DOS. </a:t>
            </a:r>
            <a:endParaRPr/>
          </a:p>
          <a:p>
            <a:pPr indent="-293687" lvl="0" marL="392112" marR="0" rtl="0" algn="just">
              <a:lnSpc>
                <a:spcPct val="80000"/>
              </a:lnSpc>
              <a:spcBef>
                <a:spcPts val="2500"/>
              </a:spcBef>
              <a:spcAft>
                <a:spcPts val="0"/>
              </a:spcAft>
              <a:buClr>
                <a:srgbClr val="000066"/>
              </a:buClr>
              <a:buSzPts val="2400"/>
              <a:buFont typeface="Arial"/>
              <a:buChar char="•"/>
            </a:pPr>
            <a:r>
              <a:rPr b="1" i="0" lang="en-US" sz="2400" u="none">
                <a:solidFill>
                  <a:srgbClr val="000066"/>
                </a:solidFill>
                <a:latin typeface="Arial"/>
                <a:ea typeface="Arial"/>
                <a:cs typeface="Arial"/>
                <a:sym typeface="Arial"/>
              </a:rPr>
              <a:t>When you log into the system you are given a default shell. </a:t>
            </a:r>
            <a:endParaRPr/>
          </a:p>
          <a:p>
            <a:pPr indent="-293687" lvl="0" marL="392112" marR="0" rtl="0" algn="just">
              <a:lnSpc>
                <a:spcPct val="80000"/>
              </a:lnSpc>
              <a:spcBef>
                <a:spcPts val="2500"/>
              </a:spcBef>
              <a:spcAft>
                <a:spcPts val="0"/>
              </a:spcAft>
              <a:buClr>
                <a:srgbClr val="000066"/>
              </a:buClr>
              <a:buSzPts val="2400"/>
              <a:buFont typeface="Arial"/>
              <a:buChar char="•"/>
            </a:pPr>
            <a:r>
              <a:rPr b="1" i="0" lang="en-US" sz="2400" u="none">
                <a:solidFill>
                  <a:srgbClr val="000066"/>
                </a:solidFill>
                <a:latin typeface="Arial"/>
                <a:ea typeface="Arial"/>
                <a:cs typeface="Arial"/>
                <a:sym typeface="Arial"/>
              </a:rPr>
              <a:t>When the shell starts up it reads its startup files and may set environment variables, command search paths, and command aliases, and executes any commands specified in these files.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 name="Shape 65"/>
        <p:cNvGrpSpPr/>
        <p:nvPr/>
      </p:nvGrpSpPr>
      <p:grpSpPr>
        <a:xfrm>
          <a:off x="0" y="0"/>
          <a:ext cx="0" cy="0"/>
          <a:chOff x="0" y="0"/>
          <a:chExt cx="0" cy="0"/>
        </a:xfrm>
      </p:grpSpPr>
      <p:sp>
        <p:nvSpPr>
          <p:cNvPr id="66" name="Google Shape;66;p7"/>
          <p:cNvSpPr txBox="1"/>
          <p:nvPr>
            <p:ph idx="4294967295" type="title"/>
          </p:nvPr>
        </p:nvSpPr>
        <p:spPr>
          <a:xfrm>
            <a:off x="671512" y="568325"/>
            <a:ext cx="7805737" cy="1144587"/>
          </a:xfrm>
          <a:prstGeom prst="rect">
            <a:avLst/>
          </a:prstGeom>
          <a:noFill/>
          <a:ln>
            <a:noFill/>
          </a:ln>
        </p:spPr>
        <p:txBody>
          <a:bodyPr anchorCtr="0" anchor="ctr" bIns="0" lIns="0" spcFirstLastPara="1" rIns="0" wrap="square" tIns="0">
            <a:noAutofit/>
          </a:bodyPr>
          <a:lstStyle/>
          <a:p>
            <a:pPr indent="0" lvl="0" marL="1306512" marR="0" rtl="0" algn="ctr">
              <a:lnSpc>
                <a:spcPct val="100000"/>
              </a:lnSpc>
              <a:spcBef>
                <a:spcPts val="0"/>
              </a:spcBef>
              <a:spcAft>
                <a:spcPts val="0"/>
              </a:spcAft>
              <a:buClr>
                <a:srgbClr val="E4005C"/>
              </a:buClr>
              <a:buSzPts val="4000"/>
              <a:buFont typeface="Arial"/>
              <a:buNone/>
            </a:pPr>
            <a:r>
              <a:rPr b="1" i="0" lang="en-US" sz="4000" u="none">
                <a:solidFill>
                  <a:srgbClr val="E4005C"/>
                </a:solidFill>
                <a:latin typeface="Arial"/>
                <a:ea typeface="Arial"/>
                <a:cs typeface="Arial"/>
                <a:sym typeface="Arial"/>
              </a:rPr>
              <a:t>UNIX Shell</a:t>
            </a:r>
            <a:endParaRPr/>
          </a:p>
        </p:txBody>
      </p:sp>
      <p:sp>
        <p:nvSpPr>
          <p:cNvPr id="67" name="Google Shape;67;p7"/>
          <p:cNvSpPr txBox="1"/>
          <p:nvPr>
            <p:ph idx="4294967295" type="body"/>
          </p:nvPr>
        </p:nvSpPr>
        <p:spPr>
          <a:xfrm>
            <a:off x="671512" y="1906587"/>
            <a:ext cx="3825875" cy="4319587"/>
          </a:xfrm>
          <a:prstGeom prst="rect">
            <a:avLst/>
          </a:prstGeom>
          <a:noFill/>
          <a:ln>
            <a:noFill/>
          </a:ln>
        </p:spPr>
        <p:txBody>
          <a:bodyPr anchorCtr="0" anchor="t" bIns="45700" lIns="91425" spcFirstLastPara="1" rIns="91425" wrap="square" tIns="45700">
            <a:noAutofit/>
          </a:bodyPr>
          <a:lstStyle/>
          <a:p>
            <a:pPr indent="-311150" lvl="0" marL="311150" marR="0" rtl="0" algn="l">
              <a:lnSpc>
                <a:spcPct val="80000"/>
              </a:lnSpc>
              <a:spcBef>
                <a:spcPts val="0"/>
              </a:spcBef>
              <a:spcAft>
                <a:spcPts val="0"/>
              </a:spcAft>
              <a:buClr>
                <a:srgbClr val="000000"/>
              </a:buClr>
              <a:buSzPts val="1080"/>
              <a:buFont typeface="Noto Sans Symbols"/>
              <a:buNone/>
            </a:pPr>
            <a:r>
              <a:t/>
            </a:r>
            <a:endParaRPr b="1" i="0" sz="2400" u="none">
              <a:solidFill>
                <a:srgbClr val="000066"/>
              </a:solidFill>
              <a:latin typeface="Arial"/>
              <a:ea typeface="Arial"/>
              <a:cs typeface="Arial"/>
              <a:sym typeface="Arial"/>
            </a:endParaRPr>
          </a:p>
          <a:p>
            <a:pPr indent="-225107" lvl="0" marL="392112" marR="0" rtl="0" algn="l">
              <a:lnSpc>
                <a:spcPct val="95000"/>
              </a:lnSpc>
              <a:spcBef>
                <a:spcPts val="0"/>
              </a:spcBef>
              <a:spcAft>
                <a:spcPts val="0"/>
              </a:spcAft>
              <a:buClr>
                <a:srgbClr val="000000"/>
              </a:buClr>
              <a:buSzPts val="1080"/>
              <a:buFont typeface="Noto Sans Symbols"/>
              <a:buNone/>
            </a:pPr>
            <a:r>
              <a:t/>
            </a:r>
            <a:endParaRPr b="1" i="0" sz="2400" u="none">
              <a:solidFill>
                <a:srgbClr val="000066"/>
              </a:solidFill>
              <a:latin typeface="Arial"/>
              <a:ea typeface="Arial"/>
              <a:cs typeface="Arial"/>
              <a:sym typeface="Arial"/>
            </a:endParaRPr>
          </a:p>
        </p:txBody>
      </p:sp>
      <p:sp>
        <p:nvSpPr>
          <p:cNvPr id="68" name="Google Shape;68;p7"/>
          <p:cNvSpPr/>
          <p:nvPr/>
        </p:nvSpPr>
        <p:spPr>
          <a:xfrm>
            <a:off x="0" y="0"/>
            <a:ext cx="9144000" cy="565150"/>
          </a:xfrm>
          <a:prstGeom prst="roundRect">
            <a:avLst>
              <a:gd fmla="val 55" name="adj"/>
            </a:avLst>
          </a:prstGeom>
          <a:solidFill>
            <a:srgbClr val="21426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9" name="Google Shape;69;p7"/>
          <p:cNvSpPr/>
          <p:nvPr/>
        </p:nvSpPr>
        <p:spPr>
          <a:xfrm>
            <a:off x="511175" y="1270000"/>
            <a:ext cx="247650" cy="247650"/>
          </a:xfrm>
          <a:prstGeom prst="roundRect">
            <a:avLst>
              <a:gd fmla="val 125" name="adj"/>
            </a:avLst>
          </a:prstGeom>
          <a:solidFill>
            <a:srgbClr val="21426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0" name="Google Shape;70;p7"/>
          <p:cNvSpPr/>
          <p:nvPr/>
        </p:nvSpPr>
        <p:spPr>
          <a:xfrm>
            <a:off x="635000" y="1392237"/>
            <a:ext cx="247650" cy="247650"/>
          </a:xfrm>
          <a:prstGeom prst="roundRect">
            <a:avLst>
              <a:gd fmla="val 125" name="adj"/>
            </a:avLst>
          </a:prstGeom>
          <a:solidFill>
            <a:srgbClr val="00B8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1" name="Google Shape;71;p7"/>
          <p:cNvSpPr/>
          <p:nvPr/>
        </p:nvSpPr>
        <p:spPr>
          <a:xfrm>
            <a:off x="969962" y="1552575"/>
            <a:ext cx="7407275" cy="36512"/>
          </a:xfrm>
          <a:prstGeom prst="roundRect">
            <a:avLst>
              <a:gd fmla="val 900" name="adj"/>
            </a:avLst>
          </a:prstGeom>
          <a:gradFill>
            <a:gsLst>
              <a:gs pos="0">
                <a:srgbClr val="008000"/>
              </a:gs>
              <a:gs pos="100000">
                <a:srgbClr val="800080"/>
              </a:gs>
            </a:gsLst>
            <a:lin ang="19799999"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2" name="Google Shape;72;p7"/>
          <p:cNvSpPr txBox="1"/>
          <p:nvPr/>
        </p:nvSpPr>
        <p:spPr>
          <a:xfrm>
            <a:off x="123825" y="104775"/>
            <a:ext cx="5819775" cy="347662"/>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Clr>
                <a:schemeClr val="lt1"/>
              </a:buClr>
              <a:buSzPts val="2400"/>
              <a:buFont typeface="Times New Roman"/>
              <a:buNone/>
            </a:pPr>
            <a:r>
              <a:rPr b="1" i="0" lang="en-US" sz="2400" u="none">
                <a:solidFill>
                  <a:schemeClr val="lt1"/>
                </a:solidFill>
                <a:latin typeface="Times New Roman"/>
                <a:ea typeface="Times New Roman"/>
                <a:cs typeface="Times New Roman"/>
                <a:sym typeface="Times New Roman"/>
              </a:rPr>
              <a:t>Linux Commands</a:t>
            </a:r>
            <a:endParaRPr/>
          </a:p>
        </p:txBody>
      </p:sp>
      <p:sp>
        <p:nvSpPr>
          <p:cNvPr id="73" name="Google Shape;73;p7"/>
          <p:cNvSpPr/>
          <p:nvPr/>
        </p:nvSpPr>
        <p:spPr>
          <a:xfrm>
            <a:off x="0" y="4989512"/>
            <a:ext cx="106362" cy="1868487"/>
          </a:xfrm>
          <a:prstGeom prst="roundRect">
            <a:avLst>
              <a:gd fmla="val 291" name="adj"/>
            </a:avLst>
          </a:prstGeom>
          <a:solidFill>
            <a:srgbClr val="21426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4" name="Google Shape;74;p7"/>
          <p:cNvSpPr txBox="1"/>
          <p:nvPr>
            <p:ph idx="4294967295" type="body"/>
          </p:nvPr>
        </p:nvSpPr>
        <p:spPr>
          <a:xfrm>
            <a:off x="533400" y="1906587"/>
            <a:ext cx="7943850" cy="4319587"/>
          </a:xfrm>
          <a:prstGeom prst="rect">
            <a:avLst/>
          </a:prstGeom>
          <a:noFill/>
          <a:ln>
            <a:noFill/>
          </a:ln>
        </p:spPr>
        <p:txBody>
          <a:bodyPr anchorCtr="0" anchor="t" bIns="45700" lIns="91425" spcFirstLastPara="1" rIns="91425" wrap="square" tIns="45700">
            <a:noAutofit/>
          </a:bodyPr>
          <a:lstStyle/>
          <a:p>
            <a:pPr indent="-127000" lvl="0" marL="311150" marR="0" rtl="0" algn="just">
              <a:lnSpc>
                <a:spcPct val="90000"/>
              </a:lnSpc>
              <a:spcBef>
                <a:spcPts val="0"/>
              </a:spcBef>
              <a:spcAft>
                <a:spcPts val="0"/>
              </a:spcAft>
              <a:buClr>
                <a:srgbClr val="DF0587"/>
              </a:buClr>
              <a:buSzPts val="2900"/>
              <a:buFont typeface="Noto Sans Symbols"/>
              <a:buNone/>
            </a:pPr>
            <a:r>
              <a:t/>
            </a:r>
            <a:endParaRPr b="0" i="0" sz="2900" u="none">
              <a:solidFill>
                <a:srgbClr val="DF0587"/>
              </a:solidFill>
              <a:latin typeface="Times New Roman"/>
              <a:ea typeface="Times New Roman"/>
              <a:cs typeface="Times New Roman"/>
              <a:sym typeface="Times New Roman"/>
            </a:endParaRPr>
          </a:p>
          <a:p>
            <a:pPr indent="-210819" lvl="0" marL="392112" marR="0" rtl="0" algn="l">
              <a:lnSpc>
                <a:spcPct val="95000"/>
              </a:lnSpc>
              <a:spcBef>
                <a:spcPts val="0"/>
              </a:spcBef>
              <a:spcAft>
                <a:spcPts val="0"/>
              </a:spcAft>
              <a:buClr>
                <a:srgbClr val="000000"/>
              </a:buClr>
              <a:buSzPts val="1305"/>
              <a:buFont typeface="Noto Sans Symbols"/>
              <a:buNone/>
            </a:pPr>
            <a:r>
              <a:t/>
            </a:r>
            <a:endParaRPr b="0" i="0" sz="2900" u="none">
              <a:solidFill>
                <a:srgbClr val="DF0587"/>
              </a:solidFill>
              <a:latin typeface="Times New Roman"/>
              <a:ea typeface="Times New Roman"/>
              <a:cs typeface="Times New Roman"/>
              <a:sym typeface="Times New Roman"/>
            </a:endParaRPr>
          </a:p>
        </p:txBody>
      </p:sp>
      <p:sp>
        <p:nvSpPr>
          <p:cNvPr id="75" name="Google Shape;75;p7"/>
          <p:cNvSpPr txBox="1"/>
          <p:nvPr/>
        </p:nvSpPr>
        <p:spPr>
          <a:xfrm>
            <a:off x="381000" y="1922462"/>
            <a:ext cx="8229600" cy="4108450"/>
          </a:xfrm>
          <a:prstGeom prst="rect">
            <a:avLst/>
          </a:prstGeom>
          <a:noFill/>
          <a:ln>
            <a:noFill/>
          </a:ln>
        </p:spPr>
        <p:txBody>
          <a:bodyPr anchorCtr="0" anchor="t" bIns="45700" lIns="91425" spcFirstLastPara="1" rIns="91425" wrap="square" tIns="45700">
            <a:spAutoFit/>
          </a:bodyPr>
          <a:lstStyle/>
          <a:p>
            <a:pPr indent="-152400" lvl="0" marL="0" marR="0" rtl="0" algn="just">
              <a:lnSpc>
                <a:spcPct val="100000"/>
              </a:lnSpc>
              <a:spcBef>
                <a:spcPts val="0"/>
              </a:spcBef>
              <a:spcAft>
                <a:spcPts val="0"/>
              </a:spcAft>
              <a:buClr>
                <a:srgbClr val="000066"/>
              </a:buClr>
              <a:buSzPts val="2400"/>
              <a:buFont typeface="Arial"/>
              <a:buChar char="•"/>
            </a:pPr>
            <a:r>
              <a:rPr b="1" i="0" lang="en-US" sz="2400" u="none">
                <a:solidFill>
                  <a:srgbClr val="000066"/>
                </a:solidFill>
                <a:latin typeface="Arial"/>
                <a:ea typeface="Arial"/>
                <a:cs typeface="Arial"/>
                <a:sym typeface="Arial"/>
              </a:rPr>
              <a:t>The original shell was the Bourne shell, sh. </a:t>
            </a:r>
            <a:endParaRPr/>
          </a:p>
          <a:p>
            <a:pPr indent="-152400" lvl="0" marL="0" marR="0" rtl="0" algn="just">
              <a:lnSpc>
                <a:spcPct val="100000"/>
              </a:lnSpc>
              <a:spcBef>
                <a:spcPts val="1200"/>
              </a:spcBef>
              <a:spcAft>
                <a:spcPts val="0"/>
              </a:spcAft>
              <a:buClr>
                <a:srgbClr val="000066"/>
              </a:buClr>
              <a:buSzPts val="2400"/>
              <a:buFont typeface="Arial"/>
              <a:buChar char="•"/>
            </a:pPr>
            <a:r>
              <a:rPr b="1" i="0" lang="en-US" sz="2400" u="none">
                <a:solidFill>
                  <a:srgbClr val="000066"/>
                </a:solidFill>
                <a:latin typeface="Arial"/>
                <a:ea typeface="Arial"/>
                <a:cs typeface="Arial"/>
                <a:sym typeface="Arial"/>
              </a:rPr>
              <a:t>Every Unix platform will either have the Bourne shell,</a:t>
            </a:r>
            <a:br>
              <a:rPr b="1" i="0" lang="en-US" sz="2400" u="none">
                <a:solidFill>
                  <a:srgbClr val="000066"/>
                </a:solidFill>
                <a:latin typeface="Arial"/>
                <a:ea typeface="Arial"/>
                <a:cs typeface="Arial"/>
                <a:sym typeface="Arial"/>
              </a:rPr>
            </a:br>
            <a:r>
              <a:rPr b="1" i="0" lang="en-US" sz="2400" u="none">
                <a:solidFill>
                  <a:srgbClr val="000066"/>
                </a:solidFill>
                <a:latin typeface="Arial"/>
                <a:ea typeface="Arial"/>
                <a:cs typeface="Arial"/>
                <a:sym typeface="Arial"/>
              </a:rPr>
              <a:t>   or a Bourne compatible shell available.</a:t>
            </a:r>
            <a:endParaRPr/>
          </a:p>
          <a:p>
            <a:pPr indent="-152400" lvl="0" marL="0" marR="0" rtl="0" algn="just">
              <a:lnSpc>
                <a:spcPct val="100000"/>
              </a:lnSpc>
              <a:spcBef>
                <a:spcPts val="1200"/>
              </a:spcBef>
              <a:spcAft>
                <a:spcPts val="0"/>
              </a:spcAft>
              <a:buClr>
                <a:srgbClr val="000066"/>
              </a:buClr>
              <a:buSzPts val="2400"/>
              <a:buFont typeface="Arial"/>
              <a:buChar char="•"/>
            </a:pPr>
            <a:r>
              <a:rPr b="1" i="0" lang="en-US" sz="2400" u="none">
                <a:solidFill>
                  <a:srgbClr val="000066"/>
                </a:solidFill>
                <a:latin typeface="Arial"/>
                <a:ea typeface="Arial"/>
                <a:cs typeface="Arial"/>
                <a:sym typeface="Arial"/>
              </a:rPr>
              <a:t> The default prompt for the Bourne shell is $ (or #, for</a:t>
            </a:r>
            <a:br>
              <a:rPr b="1" i="0" lang="en-US" sz="2400" u="none">
                <a:solidFill>
                  <a:srgbClr val="000066"/>
                </a:solidFill>
                <a:latin typeface="Arial"/>
                <a:ea typeface="Arial"/>
                <a:cs typeface="Arial"/>
                <a:sym typeface="Arial"/>
              </a:rPr>
            </a:br>
            <a:r>
              <a:rPr b="1" i="0" lang="en-US" sz="2400" u="none">
                <a:solidFill>
                  <a:srgbClr val="000066"/>
                </a:solidFill>
                <a:latin typeface="Arial"/>
                <a:ea typeface="Arial"/>
                <a:cs typeface="Arial"/>
                <a:sym typeface="Arial"/>
              </a:rPr>
              <a:t>    the root user). </a:t>
            </a:r>
            <a:endParaRPr/>
          </a:p>
          <a:p>
            <a:pPr indent="-152400" lvl="0" marL="0" marR="0" rtl="0" algn="just">
              <a:lnSpc>
                <a:spcPct val="100000"/>
              </a:lnSpc>
              <a:spcBef>
                <a:spcPts val="1200"/>
              </a:spcBef>
              <a:spcAft>
                <a:spcPts val="0"/>
              </a:spcAft>
              <a:buClr>
                <a:srgbClr val="000066"/>
              </a:buClr>
              <a:buSzPts val="2400"/>
              <a:buFont typeface="Arial"/>
              <a:buChar char="•"/>
            </a:pPr>
            <a:r>
              <a:rPr b="1" i="0" lang="en-US" sz="2400" u="none">
                <a:solidFill>
                  <a:srgbClr val="000066"/>
                </a:solidFill>
                <a:latin typeface="Arial"/>
                <a:ea typeface="Arial"/>
                <a:cs typeface="Arial"/>
                <a:sym typeface="Arial"/>
              </a:rPr>
              <a:t> Another popular shell is C Shell. The default prompt</a:t>
            </a:r>
            <a:br>
              <a:rPr b="1" i="0" lang="en-US" sz="2400" u="none">
                <a:solidFill>
                  <a:srgbClr val="000066"/>
                </a:solidFill>
                <a:latin typeface="Arial"/>
                <a:ea typeface="Arial"/>
                <a:cs typeface="Arial"/>
                <a:sym typeface="Arial"/>
              </a:rPr>
            </a:br>
            <a:r>
              <a:rPr b="1" i="0" lang="en-US" sz="2400" u="none">
                <a:solidFill>
                  <a:srgbClr val="000066"/>
                </a:solidFill>
                <a:latin typeface="Arial"/>
                <a:ea typeface="Arial"/>
                <a:cs typeface="Arial"/>
                <a:sym typeface="Arial"/>
              </a:rPr>
              <a:t>    for the C shell is %.</a:t>
            </a:r>
            <a:endParaRPr/>
          </a:p>
          <a:p>
            <a:pPr indent="0" lvl="0" marL="0" marR="0" rtl="0" algn="just">
              <a:lnSpc>
                <a:spcPct val="100000"/>
              </a:lnSpc>
              <a:spcBef>
                <a:spcPts val="1200"/>
              </a:spcBef>
              <a:spcAft>
                <a:spcPts val="0"/>
              </a:spcAft>
              <a:buClr>
                <a:srgbClr val="000066"/>
              </a:buClr>
              <a:buSzPts val="2400"/>
              <a:buFont typeface="Arial"/>
              <a:buNone/>
            </a:pPr>
            <a:br>
              <a:rPr b="1" i="0" lang="en-US" sz="2400" u="none">
                <a:solidFill>
                  <a:srgbClr val="000066"/>
                </a:solidFill>
                <a:latin typeface="Arial"/>
                <a:ea typeface="Arial"/>
                <a:cs typeface="Arial"/>
                <a:sym typeface="Arial"/>
              </a:rPr>
            </a:b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9" name="Shape 79"/>
        <p:cNvGrpSpPr/>
        <p:nvPr/>
      </p:nvGrpSpPr>
      <p:grpSpPr>
        <a:xfrm>
          <a:off x="0" y="0"/>
          <a:ext cx="0" cy="0"/>
          <a:chOff x="0" y="0"/>
          <a:chExt cx="0" cy="0"/>
        </a:xfrm>
      </p:grpSpPr>
      <p:sp>
        <p:nvSpPr>
          <p:cNvPr id="80" name="Google Shape;80;p8"/>
          <p:cNvSpPr txBox="1"/>
          <p:nvPr>
            <p:ph idx="4294967295" type="title"/>
          </p:nvPr>
        </p:nvSpPr>
        <p:spPr>
          <a:xfrm>
            <a:off x="671512" y="568325"/>
            <a:ext cx="7805737" cy="1144587"/>
          </a:xfrm>
          <a:prstGeom prst="rect">
            <a:avLst/>
          </a:prstGeom>
          <a:noFill/>
          <a:ln>
            <a:noFill/>
          </a:ln>
        </p:spPr>
        <p:txBody>
          <a:bodyPr anchorCtr="0" anchor="ctr" bIns="0" lIns="0" spcFirstLastPara="1" rIns="0" wrap="square" tIns="0">
            <a:noAutofit/>
          </a:bodyPr>
          <a:lstStyle/>
          <a:p>
            <a:pPr indent="0" lvl="0" marL="1306512" marR="0" rtl="0" algn="ctr">
              <a:lnSpc>
                <a:spcPct val="100000"/>
              </a:lnSpc>
              <a:spcBef>
                <a:spcPts val="0"/>
              </a:spcBef>
              <a:spcAft>
                <a:spcPts val="0"/>
              </a:spcAft>
              <a:buClr>
                <a:srgbClr val="E4005C"/>
              </a:buClr>
              <a:buSzPts val="4000"/>
              <a:buFont typeface="Arial"/>
              <a:buNone/>
            </a:pPr>
            <a:r>
              <a:rPr b="1" i="0" lang="en-US" sz="4000" u="none">
                <a:solidFill>
                  <a:srgbClr val="E4005C"/>
                </a:solidFill>
                <a:latin typeface="Arial"/>
                <a:ea typeface="Arial"/>
                <a:cs typeface="Arial"/>
                <a:sym typeface="Arial"/>
              </a:rPr>
              <a:t>UNIX Shell</a:t>
            </a:r>
            <a:endParaRPr/>
          </a:p>
        </p:txBody>
      </p:sp>
      <p:sp>
        <p:nvSpPr>
          <p:cNvPr id="81" name="Google Shape;81;p8"/>
          <p:cNvSpPr txBox="1"/>
          <p:nvPr>
            <p:ph idx="4294967295" type="body"/>
          </p:nvPr>
        </p:nvSpPr>
        <p:spPr>
          <a:xfrm>
            <a:off x="671512" y="1906587"/>
            <a:ext cx="3825875" cy="4319587"/>
          </a:xfrm>
          <a:prstGeom prst="rect">
            <a:avLst/>
          </a:prstGeom>
          <a:noFill/>
          <a:ln>
            <a:noFill/>
          </a:ln>
        </p:spPr>
        <p:txBody>
          <a:bodyPr anchorCtr="0" anchor="t" bIns="45700" lIns="91425" spcFirstLastPara="1" rIns="91425" wrap="square" tIns="45700">
            <a:noAutofit/>
          </a:bodyPr>
          <a:lstStyle/>
          <a:p>
            <a:pPr indent="-311150" lvl="0" marL="311150" marR="0" rtl="0" algn="l">
              <a:lnSpc>
                <a:spcPct val="80000"/>
              </a:lnSpc>
              <a:spcBef>
                <a:spcPts val="0"/>
              </a:spcBef>
              <a:spcAft>
                <a:spcPts val="0"/>
              </a:spcAft>
              <a:buClr>
                <a:srgbClr val="000000"/>
              </a:buClr>
              <a:buSzPts val="1080"/>
              <a:buFont typeface="Noto Sans Symbols"/>
              <a:buNone/>
            </a:pPr>
            <a:r>
              <a:t/>
            </a:r>
            <a:endParaRPr b="1" i="0" sz="2400" u="none">
              <a:solidFill>
                <a:srgbClr val="000066"/>
              </a:solidFill>
              <a:latin typeface="Arial"/>
              <a:ea typeface="Arial"/>
              <a:cs typeface="Arial"/>
              <a:sym typeface="Arial"/>
            </a:endParaRPr>
          </a:p>
          <a:p>
            <a:pPr indent="-225107" lvl="0" marL="392112" marR="0" rtl="0" algn="l">
              <a:lnSpc>
                <a:spcPct val="95000"/>
              </a:lnSpc>
              <a:spcBef>
                <a:spcPts val="0"/>
              </a:spcBef>
              <a:spcAft>
                <a:spcPts val="0"/>
              </a:spcAft>
              <a:buClr>
                <a:srgbClr val="000000"/>
              </a:buClr>
              <a:buSzPts val="1080"/>
              <a:buFont typeface="Noto Sans Symbols"/>
              <a:buNone/>
            </a:pPr>
            <a:r>
              <a:t/>
            </a:r>
            <a:endParaRPr b="1" i="0" sz="2400" u="none">
              <a:solidFill>
                <a:srgbClr val="000066"/>
              </a:solidFill>
              <a:latin typeface="Arial"/>
              <a:ea typeface="Arial"/>
              <a:cs typeface="Arial"/>
              <a:sym typeface="Arial"/>
            </a:endParaRPr>
          </a:p>
        </p:txBody>
      </p:sp>
      <p:sp>
        <p:nvSpPr>
          <p:cNvPr id="82" name="Google Shape;82;p8"/>
          <p:cNvSpPr/>
          <p:nvPr/>
        </p:nvSpPr>
        <p:spPr>
          <a:xfrm>
            <a:off x="0" y="0"/>
            <a:ext cx="9144000" cy="565150"/>
          </a:xfrm>
          <a:prstGeom prst="roundRect">
            <a:avLst>
              <a:gd fmla="val 55" name="adj"/>
            </a:avLst>
          </a:prstGeom>
          <a:solidFill>
            <a:srgbClr val="21426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3" name="Google Shape;83;p8"/>
          <p:cNvSpPr/>
          <p:nvPr/>
        </p:nvSpPr>
        <p:spPr>
          <a:xfrm>
            <a:off x="511175" y="1270000"/>
            <a:ext cx="247650" cy="247650"/>
          </a:xfrm>
          <a:prstGeom prst="roundRect">
            <a:avLst>
              <a:gd fmla="val 125" name="adj"/>
            </a:avLst>
          </a:prstGeom>
          <a:solidFill>
            <a:srgbClr val="21426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4" name="Google Shape;84;p8"/>
          <p:cNvSpPr/>
          <p:nvPr/>
        </p:nvSpPr>
        <p:spPr>
          <a:xfrm>
            <a:off x="635000" y="1392237"/>
            <a:ext cx="247650" cy="247650"/>
          </a:xfrm>
          <a:prstGeom prst="roundRect">
            <a:avLst>
              <a:gd fmla="val 125" name="adj"/>
            </a:avLst>
          </a:prstGeom>
          <a:solidFill>
            <a:srgbClr val="00B8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5" name="Google Shape;85;p8"/>
          <p:cNvSpPr/>
          <p:nvPr/>
        </p:nvSpPr>
        <p:spPr>
          <a:xfrm>
            <a:off x="969962" y="1552575"/>
            <a:ext cx="7407275" cy="36512"/>
          </a:xfrm>
          <a:prstGeom prst="roundRect">
            <a:avLst>
              <a:gd fmla="val 900" name="adj"/>
            </a:avLst>
          </a:prstGeom>
          <a:gradFill>
            <a:gsLst>
              <a:gs pos="0">
                <a:srgbClr val="008000"/>
              </a:gs>
              <a:gs pos="100000">
                <a:srgbClr val="800080"/>
              </a:gs>
            </a:gsLst>
            <a:lin ang="19799999"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6" name="Google Shape;86;p8"/>
          <p:cNvSpPr txBox="1"/>
          <p:nvPr/>
        </p:nvSpPr>
        <p:spPr>
          <a:xfrm>
            <a:off x="123825" y="104775"/>
            <a:ext cx="5819775" cy="347662"/>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Clr>
                <a:schemeClr val="lt1"/>
              </a:buClr>
              <a:buSzPts val="2400"/>
              <a:buFont typeface="Times New Roman"/>
              <a:buNone/>
            </a:pPr>
            <a:r>
              <a:rPr b="1" i="0" lang="en-US" sz="2400" u="none">
                <a:solidFill>
                  <a:schemeClr val="lt1"/>
                </a:solidFill>
                <a:latin typeface="Times New Roman"/>
                <a:ea typeface="Times New Roman"/>
                <a:cs typeface="Times New Roman"/>
                <a:sym typeface="Times New Roman"/>
              </a:rPr>
              <a:t>Linux Commands</a:t>
            </a:r>
            <a:endParaRPr/>
          </a:p>
        </p:txBody>
      </p:sp>
      <p:sp>
        <p:nvSpPr>
          <p:cNvPr id="87" name="Google Shape;87;p8"/>
          <p:cNvSpPr/>
          <p:nvPr/>
        </p:nvSpPr>
        <p:spPr>
          <a:xfrm>
            <a:off x="0" y="4989512"/>
            <a:ext cx="106362" cy="1868487"/>
          </a:xfrm>
          <a:prstGeom prst="roundRect">
            <a:avLst>
              <a:gd fmla="val 291" name="adj"/>
            </a:avLst>
          </a:prstGeom>
          <a:solidFill>
            <a:srgbClr val="21426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8" name="Google Shape;88;p8"/>
          <p:cNvSpPr txBox="1"/>
          <p:nvPr>
            <p:ph idx="4294967295" type="body"/>
          </p:nvPr>
        </p:nvSpPr>
        <p:spPr>
          <a:xfrm>
            <a:off x="533400" y="1906587"/>
            <a:ext cx="7943850" cy="4319587"/>
          </a:xfrm>
          <a:prstGeom prst="rect">
            <a:avLst/>
          </a:prstGeom>
          <a:noFill/>
          <a:ln>
            <a:noFill/>
          </a:ln>
        </p:spPr>
        <p:txBody>
          <a:bodyPr anchorCtr="0" anchor="t" bIns="45700" lIns="91425" spcFirstLastPara="1" rIns="91425" wrap="square" tIns="45700">
            <a:noAutofit/>
          </a:bodyPr>
          <a:lstStyle/>
          <a:p>
            <a:pPr indent="-127000" lvl="0" marL="311150" marR="0" rtl="0" algn="just">
              <a:lnSpc>
                <a:spcPct val="90000"/>
              </a:lnSpc>
              <a:spcBef>
                <a:spcPts val="0"/>
              </a:spcBef>
              <a:spcAft>
                <a:spcPts val="0"/>
              </a:spcAft>
              <a:buClr>
                <a:srgbClr val="DF0587"/>
              </a:buClr>
              <a:buSzPts val="2900"/>
              <a:buFont typeface="Noto Sans Symbols"/>
              <a:buNone/>
            </a:pPr>
            <a:r>
              <a:t/>
            </a:r>
            <a:endParaRPr b="0" i="0" sz="2900" u="none">
              <a:solidFill>
                <a:srgbClr val="DF0587"/>
              </a:solidFill>
              <a:latin typeface="Times New Roman"/>
              <a:ea typeface="Times New Roman"/>
              <a:cs typeface="Times New Roman"/>
              <a:sym typeface="Times New Roman"/>
            </a:endParaRPr>
          </a:p>
          <a:p>
            <a:pPr indent="-210819" lvl="0" marL="392112" marR="0" rtl="0" algn="l">
              <a:lnSpc>
                <a:spcPct val="95000"/>
              </a:lnSpc>
              <a:spcBef>
                <a:spcPts val="0"/>
              </a:spcBef>
              <a:spcAft>
                <a:spcPts val="0"/>
              </a:spcAft>
              <a:buClr>
                <a:srgbClr val="000000"/>
              </a:buClr>
              <a:buSzPts val="1305"/>
              <a:buFont typeface="Noto Sans Symbols"/>
              <a:buNone/>
            </a:pPr>
            <a:r>
              <a:t/>
            </a:r>
            <a:endParaRPr b="0" i="0" sz="2900" u="none">
              <a:solidFill>
                <a:srgbClr val="DF0587"/>
              </a:solidFill>
              <a:latin typeface="Times New Roman"/>
              <a:ea typeface="Times New Roman"/>
              <a:cs typeface="Times New Roman"/>
              <a:sym typeface="Times New Roman"/>
            </a:endParaRPr>
          </a:p>
        </p:txBody>
      </p:sp>
      <p:sp>
        <p:nvSpPr>
          <p:cNvPr id="89" name="Google Shape;89;p8"/>
          <p:cNvSpPr txBox="1"/>
          <p:nvPr/>
        </p:nvSpPr>
        <p:spPr>
          <a:xfrm>
            <a:off x="889000" y="1906587"/>
            <a:ext cx="7299325" cy="3490912"/>
          </a:xfrm>
          <a:prstGeom prst="rect">
            <a:avLst/>
          </a:prstGeom>
          <a:noFill/>
          <a:ln>
            <a:noFill/>
          </a:ln>
        </p:spPr>
        <p:txBody>
          <a:bodyPr anchorCtr="0" anchor="t" bIns="0" lIns="0" spcFirstLastPara="1" rIns="0" wrap="square" tIns="0">
            <a:noAutofit/>
          </a:bodyPr>
          <a:lstStyle/>
          <a:p>
            <a:pPr indent="-293687" lvl="0" marL="392112" marR="0" rtl="0" algn="just">
              <a:lnSpc>
                <a:spcPct val="80000"/>
              </a:lnSpc>
              <a:spcBef>
                <a:spcPts val="0"/>
              </a:spcBef>
              <a:spcAft>
                <a:spcPts val="0"/>
              </a:spcAft>
              <a:buClr>
                <a:srgbClr val="000066"/>
              </a:buClr>
              <a:buSzPts val="2400"/>
              <a:buFont typeface="Arial"/>
              <a:buChar char="•"/>
            </a:pPr>
            <a:r>
              <a:rPr b="1" i="0" lang="en-US" sz="2400" u="none">
                <a:solidFill>
                  <a:srgbClr val="000066"/>
                </a:solidFill>
                <a:latin typeface="Arial"/>
                <a:ea typeface="Arial"/>
                <a:cs typeface="Arial"/>
                <a:sym typeface="Arial"/>
              </a:rPr>
              <a:t>Numerous other shells are available from the network. Almost all of them are based on either sh or csh with extensions to provide job control to sh, allow in-line editing of commands, page through previously executed commands, provide command name completion and custom prompt, etc. </a:t>
            </a:r>
            <a:endParaRPr/>
          </a:p>
          <a:p>
            <a:pPr indent="-293687" lvl="0" marL="392112" marR="0" rtl="0" algn="just">
              <a:lnSpc>
                <a:spcPct val="80000"/>
              </a:lnSpc>
              <a:spcBef>
                <a:spcPts val="1200"/>
              </a:spcBef>
              <a:spcAft>
                <a:spcPts val="0"/>
              </a:spcAft>
              <a:buClr>
                <a:srgbClr val="000066"/>
              </a:buClr>
              <a:buSzPts val="2400"/>
              <a:buFont typeface="Arial"/>
              <a:buChar char="•"/>
            </a:pPr>
            <a:r>
              <a:rPr b="1" i="0" lang="en-US" sz="2400" u="none">
                <a:solidFill>
                  <a:srgbClr val="000066"/>
                </a:solidFill>
                <a:latin typeface="Arial"/>
                <a:ea typeface="Arial"/>
                <a:cs typeface="Arial"/>
                <a:sym typeface="Arial"/>
              </a:rPr>
              <a:t>Some of the more well known of these may be on your favorite Unix system: the Korn shell, ksh, by David Korn and the Bourne Again SHell, bash, from the Free Software Foundations GNU project, both based on sh, the T-C shell, tcsh, and the extended C shell, cshe, both based on csh.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3" name="Shape 93"/>
        <p:cNvGrpSpPr/>
        <p:nvPr/>
      </p:nvGrpSpPr>
      <p:grpSpPr>
        <a:xfrm>
          <a:off x="0" y="0"/>
          <a:ext cx="0" cy="0"/>
          <a:chOff x="0" y="0"/>
          <a:chExt cx="0" cy="0"/>
        </a:xfrm>
      </p:grpSpPr>
      <p:sp>
        <p:nvSpPr>
          <p:cNvPr id="94" name="Google Shape;94;p9"/>
          <p:cNvSpPr txBox="1"/>
          <p:nvPr>
            <p:ph idx="4294967295" type="title"/>
          </p:nvPr>
        </p:nvSpPr>
        <p:spPr>
          <a:xfrm>
            <a:off x="671512" y="568325"/>
            <a:ext cx="7805737" cy="1144587"/>
          </a:xfrm>
          <a:prstGeom prst="rect">
            <a:avLst/>
          </a:prstGeom>
          <a:noFill/>
          <a:ln>
            <a:noFill/>
          </a:ln>
        </p:spPr>
        <p:txBody>
          <a:bodyPr anchorCtr="0" anchor="ctr" bIns="0" lIns="0" spcFirstLastPara="1" rIns="0" wrap="square" tIns="0">
            <a:noAutofit/>
          </a:bodyPr>
          <a:lstStyle/>
          <a:p>
            <a:pPr indent="0" lvl="0" marL="1306512" marR="0" rtl="0" algn="ctr">
              <a:lnSpc>
                <a:spcPct val="100000"/>
              </a:lnSpc>
              <a:spcBef>
                <a:spcPts val="0"/>
              </a:spcBef>
              <a:spcAft>
                <a:spcPts val="0"/>
              </a:spcAft>
              <a:buClr>
                <a:srgbClr val="E4005C"/>
              </a:buClr>
              <a:buSzPts val="4000"/>
              <a:buFont typeface="Arial"/>
              <a:buNone/>
            </a:pPr>
            <a:r>
              <a:rPr b="1" i="0" lang="en-US" sz="4000" u="none">
                <a:solidFill>
                  <a:srgbClr val="E4005C"/>
                </a:solidFill>
                <a:latin typeface="Arial"/>
                <a:ea typeface="Arial"/>
                <a:cs typeface="Arial"/>
                <a:sym typeface="Arial"/>
              </a:rPr>
              <a:t>Shell Programming</a:t>
            </a:r>
            <a:endParaRPr/>
          </a:p>
        </p:txBody>
      </p:sp>
      <p:sp>
        <p:nvSpPr>
          <p:cNvPr id="95" name="Google Shape;95;p9"/>
          <p:cNvSpPr txBox="1"/>
          <p:nvPr>
            <p:ph idx="4294967295" type="body"/>
          </p:nvPr>
        </p:nvSpPr>
        <p:spPr>
          <a:xfrm>
            <a:off x="671512" y="1906587"/>
            <a:ext cx="3825875" cy="4319587"/>
          </a:xfrm>
          <a:prstGeom prst="rect">
            <a:avLst/>
          </a:prstGeom>
          <a:noFill/>
          <a:ln>
            <a:noFill/>
          </a:ln>
        </p:spPr>
        <p:txBody>
          <a:bodyPr anchorCtr="0" anchor="t" bIns="45700" lIns="91425" spcFirstLastPara="1" rIns="91425" wrap="square" tIns="45700">
            <a:noAutofit/>
          </a:bodyPr>
          <a:lstStyle/>
          <a:p>
            <a:pPr indent="-311150" lvl="0" marL="311150" marR="0" rtl="0" algn="l">
              <a:lnSpc>
                <a:spcPct val="80000"/>
              </a:lnSpc>
              <a:spcBef>
                <a:spcPts val="0"/>
              </a:spcBef>
              <a:spcAft>
                <a:spcPts val="0"/>
              </a:spcAft>
              <a:buClr>
                <a:srgbClr val="000000"/>
              </a:buClr>
              <a:buSzPts val="1080"/>
              <a:buFont typeface="Noto Sans Symbols"/>
              <a:buNone/>
            </a:pPr>
            <a:r>
              <a:t/>
            </a:r>
            <a:endParaRPr b="1" i="0" sz="2400" u="none">
              <a:solidFill>
                <a:srgbClr val="000066"/>
              </a:solidFill>
              <a:latin typeface="Arial"/>
              <a:ea typeface="Arial"/>
              <a:cs typeface="Arial"/>
              <a:sym typeface="Arial"/>
            </a:endParaRPr>
          </a:p>
          <a:p>
            <a:pPr indent="-225107" lvl="0" marL="392112" marR="0" rtl="0" algn="l">
              <a:lnSpc>
                <a:spcPct val="95000"/>
              </a:lnSpc>
              <a:spcBef>
                <a:spcPts val="0"/>
              </a:spcBef>
              <a:spcAft>
                <a:spcPts val="0"/>
              </a:spcAft>
              <a:buClr>
                <a:srgbClr val="000000"/>
              </a:buClr>
              <a:buSzPts val="1080"/>
              <a:buFont typeface="Noto Sans Symbols"/>
              <a:buNone/>
            </a:pPr>
            <a:r>
              <a:t/>
            </a:r>
            <a:endParaRPr b="1" i="0" sz="2400" u="none">
              <a:solidFill>
                <a:srgbClr val="000066"/>
              </a:solidFill>
              <a:latin typeface="Arial"/>
              <a:ea typeface="Arial"/>
              <a:cs typeface="Arial"/>
              <a:sym typeface="Arial"/>
            </a:endParaRPr>
          </a:p>
        </p:txBody>
      </p:sp>
      <p:sp>
        <p:nvSpPr>
          <p:cNvPr id="96" name="Google Shape;96;p9"/>
          <p:cNvSpPr/>
          <p:nvPr/>
        </p:nvSpPr>
        <p:spPr>
          <a:xfrm>
            <a:off x="0" y="0"/>
            <a:ext cx="9144000" cy="565150"/>
          </a:xfrm>
          <a:prstGeom prst="roundRect">
            <a:avLst>
              <a:gd fmla="val 55" name="adj"/>
            </a:avLst>
          </a:prstGeom>
          <a:solidFill>
            <a:srgbClr val="21426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7" name="Google Shape;97;p9"/>
          <p:cNvSpPr/>
          <p:nvPr/>
        </p:nvSpPr>
        <p:spPr>
          <a:xfrm>
            <a:off x="511175" y="1270000"/>
            <a:ext cx="247650" cy="247650"/>
          </a:xfrm>
          <a:prstGeom prst="roundRect">
            <a:avLst>
              <a:gd fmla="val 125" name="adj"/>
            </a:avLst>
          </a:prstGeom>
          <a:solidFill>
            <a:srgbClr val="21426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8" name="Google Shape;98;p9"/>
          <p:cNvSpPr/>
          <p:nvPr/>
        </p:nvSpPr>
        <p:spPr>
          <a:xfrm>
            <a:off x="635000" y="1392237"/>
            <a:ext cx="247650" cy="247650"/>
          </a:xfrm>
          <a:prstGeom prst="roundRect">
            <a:avLst>
              <a:gd fmla="val 125" name="adj"/>
            </a:avLst>
          </a:prstGeom>
          <a:solidFill>
            <a:srgbClr val="00B8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9" name="Google Shape;99;p9"/>
          <p:cNvSpPr/>
          <p:nvPr/>
        </p:nvSpPr>
        <p:spPr>
          <a:xfrm>
            <a:off x="969962" y="1552575"/>
            <a:ext cx="7407275" cy="36512"/>
          </a:xfrm>
          <a:prstGeom prst="roundRect">
            <a:avLst>
              <a:gd fmla="val 900" name="adj"/>
            </a:avLst>
          </a:prstGeom>
          <a:gradFill>
            <a:gsLst>
              <a:gs pos="0">
                <a:srgbClr val="008000"/>
              </a:gs>
              <a:gs pos="100000">
                <a:srgbClr val="800080"/>
              </a:gs>
            </a:gsLst>
            <a:lin ang="19799999"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0" name="Google Shape;100;p9"/>
          <p:cNvSpPr txBox="1"/>
          <p:nvPr/>
        </p:nvSpPr>
        <p:spPr>
          <a:xfrm>
            <a:off x="123825" y="104775"/>
            <a:ext cx="5819775" cy="347662"/>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Clr>
                <a:schemeClr val="lt1"/>
              </a:buClr>
              <a:buSzPts val="2400"/>
              <a:buFont typeface="Times New Roman"/>
              <a:buNone/>
            </a:pPr>
            <a:r>
              <a:rPr b="1" i="0" lang="en-US" sz="2400" u="none">
                <a:solidFill>
                  <a:schemeClr val="lt1"/>
                </a:solidFill>
                <a:latin typeface="Times New Roman"/>
                <a:ea typeface="Times New Roman"/>
                <a:cs typeface="Times New Roman"/>
                <a:sym typeface="Times New Roman"/>
              </a:rPr>
              <a:t>Linux Commands</a:t>
            </a:r>
            <a:endParaRPr/>
          </a:p>
        </p:txBody>
      </p:sp>
      <p:sp>
        <p:nvSpPr>
          <p:cNvPr id="101" name="Google Shape;101;p9"/>
          <p:cNvSpPr/>
          <p:nvPr/>
        </p:nvSpPr>
        <p:spPr>
          <a:xfrm>
            <a:off x="0" y="4989512"/>
            <a:ext cx="106362" cy="1868487"/>
          </a:xfrm>
          <a:prstGeom prst="roundRect">
            <a:avLst>
              <a:gd fmla="val 291" name="adj"/>
            </a:avLst>
          </a:prstGeom>
          <a:solidFill>
            <a:srgbClr val="21426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2" name="Google Shape;102;p9"/>
          <p:cNvSpPr txBox="1"/>
          <p:nvPr>
            <p:ph idx="4294967295" type="body"/>
          </p:nvPr>
        </p:nvSpPr>
        <p:spPr>
          <a:xfrm>
            <a:off x="533400" y="1906587"/>
            <a:ext cx="7943850" cy="4319587"/>
          </a:xfrm>
          <a:prstGeom prst="rect">
            <a:avLst/>
          </a:prstGeom>
          <a:noFill/>
          <a:ln>
            <a:noFill/>
          </a:ln>
        </p:spPr>
        <p:txBody>
          <a:bodyPr anchorCtr="0" anchor="t" bIns="45700" lIns="91425" spcFirstLastPara="1" rIns="91425" wrap="square" tIns="45700">
            <a:noAutofit/>
          </a:bodyPr>
          <a:lstStyle/>
          <a:p>
            <a:pPr indent="-127000" lvl="0" marL="311150" marR="0" rtl="0" algn="just">
              <a:lnSpc>
                <a:spcPct val="90000"/>
              </a:lnSpc>
              <a:spcBef>
                <a:spcPts val="0"/>
              </a:spcBef>
              <a:spcAft>
                <a:spcPts val="0"/>
              </a:spcAft>
              <a:buClr>
                <a:srgbClr val="DF0587"/>
              </a:buClr>
              <a:buSzPts val="2900"/>
              <a:buFont typeface="Noto Sans Symbols"/>
              <a:buNone/>
            </a:pPr>
            <a:r>
              <a:t/>
            </a:r>
            <a:endParaRPr b="0" i="0" sz="2900" u="none">
              <a:solidFill>
                <a:srgbClr val="DF0587"/>
              </a:solidFill>
              <a:latin typeface="Times New Roman"/>
              <a:ea typeface="Times New Roman"/>
              <a:cs typeface="Times New Roman"/>
              <a:sym typeface="Times New Roman"/>
            </a:endParaRPr>
          </a:p>
          <a:p>
            <a:pPr indent="-210819" lvl="0" marL="392112" marR="0" rtl="0" algn="l">
              <a:lnSpc>
                <a:spcPct val="95000"/>
              </a:lnSpc>
              <a:spcBef>
                <a:spcPts val="0"/>
              </a:spcBef>
              <a:spcAft>
                <a:spcPts val="0"/>
              </a:spcAft>
              <a:buClr>
                <a:srgbClr val="000000"/>
              </a:buClr>
              <a:buSzPts val="1305"/>
              <a:buFont typeface="Noto Sans Symbols"/>
              <a:buNone/>
            </a:pPr>
            <a:r>
              <a:t/>
            </a:r>
            <a:endParaRPr b="0" i="0" sz="2900" u="none">
              <a:solidFill>
                <a:srgbClr val="DF0587"/>
              </a:solidFill>
              <a:latin typeface="Times New Roman"/>
              <a:ea typeface="Times New Roman"/>
              <a:cs typeface="Times New Roman"/>
              <a:sym typeface="Times New Roman"/>
            </a:endParaRPr>
          </a:p>
        </p:txBody>
      </p:sp>
      <p:sp>
        <p:nvSpPr>
          <p:cNvPr id="103" name="Google Shape;103;p9"/>
          <p:cNvSpPr txBox="1"/>
          <p:nvPr/>
        </p:nvSpPr>
        <p:spPr>
          <a:xfrm>
            <a:off x="671512" y="1906587"/>
            <a:ext cx="7805737" cy="4319587"/>
          </a:xfrm>
          <a:prstGeom prst="rect">
            <a:avLst/>
          </a:prstGeom>
          <a:noFill/>
          <a:ln>
            <a:noFill/>
          </a:ln>
        </p:spPr>
        <p:txBody>
          <a:bodyPr anchorCtr="0" anchor="t" bIns="0" lIns="0" spcFirstLastPara="1" rIns="0" wrap="square" tIns="0">
            <a:noAutofit/>
          </a:bodyPr>
          <a:lstStyle/>
          <a:p>
            <a:pPr indent="-293687" lvl="0" marL="392112" marR="0" rtl="0" algn="just">
              <a:lnSpc>
                <a:spcPct val="80000"/>
              </a:lnSpc>
              <a:spcBef>
                <a:spcPts val="0"/>
              </a:spcBef>
              <a:spcAft>
                <a:spcPts val="0"/>
              </a:spcAft>
              <a:buClr>
                <a:srgbClr val="000066"/>
              </a:buClr>
              <a:buSzPts val="2400"/>
              <a:buFont typeface="Arial"/>
              <a:buChar char="•"/>
            </a:pPr>
            <a:r>
              <a:rPr b="1" i="0" lang="en-US" sz="2400" u="none">
                <a:solidFill>
                  <a:srgbClr val="000066"/>
                </a:solidFill>
                <a:latin typeface="Arial"/>
                <a:ea typeface="Arial"/>
                <a:cs typeface="Arial"/>
                <a:sym typeface="Arial"/>
              </a:rPr>
              <a:t>You can write shell programs by creating scripts containing a series of shell commands. </a:t>
            </a:r>
            <a:endParaRPr/>
          </a:p>
          <a:p>
            <a:pPr indent="-293687" lvl="0" marL="392112" marR="0" rtl="0" algn="just">
              <a:lnSpc>
                <a:spcPct val="80000"/>
              </a:lnSpc>
              <a:spcBef>
                <a:spcPts val="2500"/>
              </a:spcBef>
              <a:spcAft>
                <a:spcPts val="0"/>
              </a:spcAft>
              <a:buClr>
                <a:srgbClr val="000066"/>
              </a:buClr>
              <a:buSzPts val="2400"/>
              <a:buFont typeface="Arial"/>
              <a:buChar char="•"/>
            </a:pPr>
            <a:r>
              <a:rPr b="1" i="0" lang="en-US" sz="2400" u="none">
                <a:solidFill>
                  <a:srgbClr val="000066"/>
                </a:solidFill>
                <a:latin typeface="Arial"/>
                <a:ea typeface="Arial"/>
                <a:cs typeface="Arial"/>
                <a:sym typeface="Arial"/>
              </a:rPr>
              <a:t>The first line of the script should start with #! which indicates to the kernel that the script is directly executable. </a:t>
            </a:r>
            <a:endParaRPr/>
          </a:p>
          <a:p>
            <a:pPr indent="-293687" lvl="0" marL="392112" marR="0" rtl="0" algn="just">
              <a:lnSpc>
                <a:spcPct val="80000"/>
              </a:lnSpc>
              <a:spcBef>
                <a:spcPts val="2500"/>
              </a:spcBef>
              <a:spcAft>
                <a:spcPts val="0"/>
              </a:spcAft>
              <a:buClr>
                <a:srgbClr val="000066"/>
              </a:buClr>
              <a:buSzPts val="2400"/>
              <a:buFont typeface="Arial"/>
              <a:buChar char="•"/>
            </a:pPr>
            <a:r>
              <a:rPr b="1" i="0" lang="en-US" sz="2400" u="none">
                <a:solidFill>
                  <a:srgbClr val="000066"/>
                </a:solidFill>
                <a:latin typeface="Arial"/>
                <a:ea typeface="Arial"/>
                <a:cs typeface="Arial"/>
                <a:sym typeface="Arial"/>
              </a:rPr>
              <a:t>You immediately follow this with the name of the shell, or program (spaces are allowed), to execute, using the full path name. So to set up a Bourne shell script the first line would be: #! /bin/sh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7" name="Shape 107"/>
        <p:cNvGrpSpPr/>
        <p:nvPr/>
      </p:nvGrpSpPr>
      <p:grpSpPr>
        <a:xfrm>
          <a:off x="0" y="0"/>
          <a:ext cx="0" cy="0"/>
          <a:chOff x="0" y="0"/>
          <a:chExt cx="0" cy="0"/>
        </a:xfrm>
      </p:grpSpPr>
      <p:sp>
        <p:nvSpPr>
          <p:cNvPr id="108" name="Google Shape;108;p10"/>
          <p:cNvSpPr txBox="1"/>
          <p:nvPr>
            <p:ph idx="4294967295" type="title"/>
          </p:nvPr>
        </p:nvSpPr>
        <p:spPr>
          <a:xfrm>
            <a:off x="671512" y="568325"/>
            <a:ext cx="7805737" cy="1144587"/>
          </a:xfrm>
          <a:prstGeom prst="rect">
            <a:avLst/>
          </a:prstGeom>
          <a:noFill/>
          <a:ln>
            <a:noFill/>
          </a:ln>
        </p:spPr>
        <p:txBody>
          <a:bodyPr anchorCtr="0" anchor="ctr" bIns="0" lIns="0" spcFirstLastPara="1" rIns="0" wrap="square" tIns="0">
            <a:noAutofit/>
          </a:bodyPr>
          <a:lstStyle/>
          <a:p>
            <a:pPr indent="0" lvl="0" marL="1306512" marR="0" rtl="0" algn="ctr">
              <a:lnSpc>
                <a:spcPct val="100000"/>
              </a:lnSpc>
              <a:spcBef>
                <a:spcPts val="0"/>
              </a:spcBef>
              <a:spcAft>
                <a:spcPts val="0"/>
              </a:spcAft>
              <a:buClr>
                <a:srgbClr val="E4005C"/>
              </a:buClr>
              <a:buSzPts val="4000"/>
              <a:buFont typeface="Arial"/>
              <a:buNone/>
            </a:pPr>
            <a:r>
              <a:rPr b="1" i="0" lang="en-US" sz="4000" u="none">
                <a:solidFill>
                  <a:srgbClr val="E4005C"/>
                </a:solidFill>
                <a:latin typeface="Arial"/>
                <a:ea typeface="Arial"/>
                <a:cs typeface="Arial"/>
                <a:sym typeface="Arial"/>
              </a:rPr>
              <a:t>Shell Programming</a:t>
            </a:r>
            <a:endParaRPr/>
          </a:p>
        </p:txBody>
      </p:sp>
      <p:sp>
        <p:nvSpPr>
          <p:cNvPr id="109" name="Google Shape;109;p10"/>
          <p:cNvSpPr txBox="1"/>
          <p:nvPr>
            <p:ph idx="4294967295" type="body"/>
          </p:nvPr>
        </p:nvSpPr>
        <p:spPr>
          <a:xfrm>
            <a:off x="671512" y="1906587"/>
            <a:ext cx="3825875" cy="4319587"/>
          </a:xfrm>
          <a:prstGeom prst="rect">
            <a:avLst/>
          </a:prstGeom>
          <a:noFill/>
          <a:ln>
            <a:noFill/>
          </a:ln>
        </p:spPr>
        <p:txBody>
          <a:bodyPr anchorCtr="0" anchor="t" bIns="45700" lIns="91425" spcFirstLastPara="1" rIns="91425" wrap="square" tIns="45700">
            <a:noAutofit/>
          </a:bodyPr>
          <a:lstStyle/>
          <a:p>
            <a:pPr indent="-311150" lvl="0" marL="311150" marR="0" rtl="0" algn="l">
              <a:lnSpc>
                <a:spcPct val="80000"/>
              </a:lnSpc>
              <a:spcBef>
                <a:spcPts val="0"/>
              </a:spcBef>
              <a:spcAft>
                <a:spcPts val="0"/>
              </a:spcAft>
              <a:buClr>
                <a:srgbClr val="000000"/>
              </a:buClr>
              <a:buSzPts val="1080"/>
              <a:buFont typeface="Noto Sans Symbols"/>
              <a:buNone/>
            </a:pPr>
            <a:r>
              <a:t/>
            </a:r>
            <a:endParaRPr b="1" i="0" sz="2400" u="none">
              <a:solidFill>
                <a:srgbClr val="000066"/>
              </a:solidFill>
              <a:latin typeface="Arial"/>
              <a:ea typeface="Arial"/>
              <a:cs typeface="Arial"/>
              <a:sym typeface="Arial"/>
            </a:endParaRPr>
          </a:p>
          <a:p>
            <a:pPr indent="-225107" lvl="0" marL="392112" marR="0" rtl="0" algn="l">
              <a:lnSpc>
                <a:spcPct val="95000"/>
              </a:lnSpc>
              <a:spcBef>
                <a:spcPts val="0"/>
              </a:spcBef>
              <a:spcAft>
                <a:spcPts val="0"/>
              </a:spcAft>
              <a:buClr>
                <a:srgbClr val="000000"/>
              </a:buClr>
              <a:buSzPts val="1080"/>
              <a:buFont typeface="Noto Sans Symbols"/>
              <a:buNone/>
            </a:pPr>
            <a:r>
              <a:t/>
            </a:r>
            <a:endParaRPr b="1" i="0" sz="2400" u="none">
              <a:solidFill>
                <a:srgbClr val="000066"/>
              </a:solidFill>
              <a:latin typeface="Arial"/>
              <a:ea typeface="Arial"/>
              <a:cs typeface="Arial"/>
              <a:sym typeface="Arial"/>
            </a:endParaRPr>
          </a:p>
        </p:txBody>
      </p:sp>
      <p:sp>
        <p:nvSpPr>
          <p:cNvPr id="110" name="Google Shape;110;p10"/>
          <p:cNvSpPr/>
          <p:nvPr/>
        </p:nvSpPr>
        <p:spPr>
          <a:xfrm>
            <a:off x="0" y="0"/>
            <a:ext cx="9144000" cy="565150"/>
          </a:xfrm>
          <a:prstGeom prst="roundRect">
            <a:avLst>
              <a:gd fmla="val 55" name="adj"/>
            </a:avLst>
          </a:prstGeom>
          <a:solidFill>
            <a:srgbClr val="21426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1" name="Google Shape;111;p10"/>
          <p:cNvSpPr/>
          <p:nvPr/>
        </p:nvSpPr>
        <p:spPr>
          <a:xfrm>
            <a:off x="511175" y="1270000"/>
            <a:ext cx="247650" cy="247650"/>
          </a:xfrm>
          <a:prstGeom prst="roundRect">
            <a:avLst>
              <a:gd fmla="val 125" name="adj"/>
            </a:avLst>
          </a:prstGeom>
          <a:solidFill>
            <a:srgbClr val="21426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2" name="Google Shape;112;p10"/>
          <p:cNvSpPr/>
          <p:nvPr/>
        </p:nvSpPr>
        <p:spPr>
          <a:xfrm>
            <a:off x="635000" y="1392237"/>
            <a:ext cx="247650" cy="247650"/>
          </a:xfrm>
          <a:prstGeom prst="roundRect">
            <a:avLst>
              <a:gd fmla="val 125" name="adj"/>
            </a:avLst>
          </a:prstGeom>
          <a:solidFill>
            <a:srgbClr val="00B8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3" name="Google Shape;113;p10"/>
          <p:cNvSpPr/>
          <p:nvPr/>
        </p:nvSpPr>
        <p:spPr>
          <a:xfrm>
            <a:off x="969962" y="1552575"/>
            <a:ext cx="7407275" cy="36512"/>
          </a:xfrm>
          <a:prstGeom prst="roundRect">
            <a:avLst>
              <a:gd fmla="val 900" name="adj"/>
            </a:avLst>
          </a:prstGeom>
          <a:gradFill>
            <a:gsLst>
              <a:gs pos="0">
                <a:srgbClr val="008000"/>
              </a:gs>
              <a:gs pos="100000">
                <a:srgbClr val="800080"/>
              </a:gs>
            </a:gsLst>
            <a:lin ang="19799999"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4" name="Google Shape;114;p10"/>
          <p:cNvSpPr txBox="1"/>
          <p:nvPr/>
        </p:nvSpPr>
        <p:spPr>
          <a:xfrm>
            <a:off x="123825" y="104775"/>
            <a:ext cx="5819775" cy="347662"/>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Clr>
                <a:schemeClr val="lt1"/>
              </a:buClr>
              <a:buSzPts val="2400"/>
              <a:buFont typeface="Times New Roman"/>
              <a:buNone/>
            </a:pPr>
            <a:r>
              <a:rPr b="1" i="0" lang="en-US" sz="2400" u="none">
                <a:solidFill>
                  <a:schemeClr val="lt1"/>
                </a:solidFill>
                <a:latin typeface="Times New Roman"/>
                <a:ea typeface="Times New Roman"/>
                <a:cs typeface="Times New Roman"/>
                <a:sym typeface="Times New Roman"/>
              </a:rPr>
              <a:t>Linux Commands</a:t>
            </a:r>
            <a:endParaRPr/>
          </a:p>
        </p:txBody>
      </p:sp>
      <p:sp>
        <p:nvSpPr>
          <p:cNvPr id="115" name="Google Shape;115;p10"/>
          <p:cNvSpPr/>
          <p:nvPr/>
        </p:nvSpPr>
        <p:spPr>
          <a:xfrm>
            <a:off x="0" y="4989512"/>
            <a:ext cx="106362" cy="1868487"/>
          </a:xfrm>
          <a:prstGeom prst="roundRect">
            <a:avLst>
              <a:gd fmla="val 291" name="adj"/>
            </a:avLst>
          </a:prstGeom>
          <a:solidFill>
            <a:srgbClr val="21426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6" name="Google Shape;116;p10"/>
          <p:cNvSpPr txBox="1"/>
          <p:nvPr>
            <p:ph idx="4294967295" type="body"/>
          </p:nvPr>
        </p:nvSpPr>
        <p:spPr>
          <a:xfrm>
            <a:off x="533400" y="1906587"/>
            <a:ext cx="7943850" cy="4319587"/>
          </a:xfrm>
          <a:prstGeom prst="rect">
            <a:avLst/>
          </a:prstGeom>
          <a:noFill/>
          <a:ln>
            <a:noFill/>
          </a:ln>
        </p:spPr>
        <p:txBody>
          <a:bodyPr anchorCtr="0" anchor="t" bIns="45700" lIns="91425" spcFirstLastPara="1" rIns="91425" wrap="square" tIns="45700">
            <a:noAutofit/>
          </a:bodyPr>
          <a:lstStyle/>
          <a:p>
            <a:pPr indent="-127000" lvl="0" marL="311150" marR="0" rtl="0" algn="just">
              <a:lnSpc>
                <a:spcPct val="90000"/>
              </a:lnSpc>
              <a:spcBef>
                <a:spcPts val="0"/>
              </a:spcBef>
              <a:spcAft>
                <a:spcPts val="0"/>
              </a:spcAft>
              <a:buClr>
                <a:srgbClr val="DF0587"/>
              </a:buClr>
              <a:buSzPts val="2900"/>
              <a:buFont typeface="Noto Sans Symbols"/>
              <a:buNone/>
            </a:pPr>
            <a:r>
              <a:t/>
            </a:r>
            <a:endParaRPr b="0" i="0" sz="2900" u="none">
              <a:solidFill>
                <a:srgbClr val="DF0587"/>
              </a:solidFill>
              <a:latin typeface="Times New Roman"/>
              <a:ea typeface="Times New Roman"/>
              <a:cs typeface="Times New Roman"/>
              <a:sym typeface="Times New Roman"/>
            </a:endParaRPr>
          </a:p>
          <a:p>
            <a:pPr indent="-210819" lvl="0" marL="392112" marR="0" rtl="0" algn="l">
              <a:lnSpc>
                <a:spcPct val="95000"/>
              </a:lnSpc>
              <a:spcBef>
                <a:spcPts val="0"/>
              </a:spcBef>
              <a:spcAft>
                <a:spcPts val="0"/>
              </a:spcAft>
              <a:buClr>
                <a:srgbClr val="000000"/>
              </a:buClr>
              <a:buSzPts val="1305"/>
              <a:buFont typeface="Noto Sans Symbols"/>
              <a:buNone/>
            </a:pPr>
            <a:r>
              <a:t/>
            </a:r>
            <a:endParaRPr b="0" i="0" sz="2900" u="none">
              <a:solidFill>
                <a:srgbClr val="DF0587"/>
              </a:solidFill>
              <a:latin typeface="Times New Roman"/>
              <a:ea typeface="Times New Roman"/>
              <a:cs typeface="Times New Roman"/>
              <a:sym typeface="Times New Roman"/>
            </a:endParaRPr>
          </a:p>
        </p:txBody>
      </p:sp>
      <p:sp>
        <p:nvSpPr>
          <p:cNvPr id="117" name="Google Shape;117;p10"/>
          <p:cNvSpPr txBox="1"/>
          <p:nvPr/>
        </p:nvSpPr>
        <p:spPr>
          <a:xfrm>
            <a:off x="671512" y="1906587"/>
            <a:ext cx="7805737" cy="4319587"/>
          </a:xfrm>
          <a:prstGeom prst="rect">
            <a:avLst/>
          </a:prstGeom>
          <a:noFill/>
          <a:ln>
            <a:noFill/>
          </a:ln>
        </p:spPr>
        <p:txBody>
          <a:bodyPr anchorCtr="0" anchor="t" bIns="0" lIns="0" spcFirstLastPara="1" rIns="0" wrap="square" tIns="0">
            <a:noAutofit/>
          </a:bodyPr>
          <a:lstStyle/>
          <a:p>
            <a:pPr indent="-293687" lvl="0" marL="392112" marR="0" rtl="0" algn="just">
              <a:lnSpc>
                <a:spcPct val="80000"/>
              </a:lnSpc>
              <a:spcBef>
                <a:spcPts val="0"/>
              </a:spcBef>
              <a:spcAft>
                <a:spcPts val="0"/>
              </a:spcAft>
              <a:buClr>
                <a:srgbClr val="000066"/>
              </a:buClr>
              <a:buSzPts val="2400"/>
              <a:buFont typeface="Arial"/>
              <a:buChar char="•"/>
            </a:pPr>
            <a:r>
              <a:rPr b="1" i="0" lang="en-US" sz="2400" u="none">
                <a:solidFill>
                  <a:srgbClr val="000066"/>
                </a:solidFill>
                <a:latin typeface="Arial"/>
                <a:ea typeface="Arial"/>
                <a:cs typeface="Arial"/>
                <a:sym typeface="Arial"/>
              </a:rPr>
              <a:t>The first line is followed by commands</a:t>
            </a:r>
            <a:endParaRPr/>
          </a:p>
          <a:p>
            <a:pPr indent="-293687" lvl="0" marL="392112" marR="0" rtl="0" algn="just">
              <a:lnSpc>
                <a:spcPct val="80000"/>
              </a:lnSpc>
              <a:spcBef>
                <a:spcPts val="1200"/>
              </a:spcBef>
              <a:spcAft>
                <a:spcPts val="0"/>
              </a:spcAft>
              <a:buClr>
                <a:srgbClr val="000066"/>
              </a:buClr>
              <a:buSzPts val="2400"/>
              <a:buFont typeface="Arial"/>
              <a:buChar char="•"/>
            </a:pPr>
            <a:r>
              <a:rPr b="1" i="0" lang="en-US" sz="2400" u="none">
                <a:solidFill>
                  <a:srgbClr val="000066"/>
                </a:solidFill>
                <a:latin typeface="Arial"/>
                <a:ea typeface="Arial"/>
                <a:cs typeface="Arial"/>
                <a:sym typeface="Arial"/>
              </a:rPr>
              <a:t>Within the scripts # indicates a comment from that point until the end of the line, with #! being a special case if found as the first characters of the file. </a:t>
            </a:r>
            <a:endParaRPr/>
          </a:p>
          <a:p>
            <a:pPr indent="-260349" lvl="1" marL="782637" marR="0" rtl="0" algn="just">
              <a:lnSpc>
                <a:spcPct val="80000"/>
              </a:lnSpc>
              <a:spcBef>
                <a:spcPts val="1200"/>
              </a:spcBef>
              <a:spcAft>
                <a:spcPts val="0"/>
              </a:spcAft>
              <a:buClr>
                <a:srgbClr val="000066"/>
              </a:buClr>
              <a:buSzPts val="2000"/>
              <a:buFont typeface="Arial"/>
              <a:buNone/>
            </a:pPr>
            <a:r>
              <a:rPr b="1" i="0" lang="en-US" sz="2000" u="none" cap="none" strike="noStrike">
                <a:solidFill>
                  <a:srgbClr val="000066"/>
                </a:solidFill>
                <a:latin typeface="Arial"/>
                <a:ea typeface="Arial"/>
                <a:cs typeface="Arial"/>
                <a:sym typeface="Arial"/>
              </a:rPr>
              <a:t>	</a:t>
            </a:r>
            <a:r>
              <a:rPr b="0" i="0" lang="en-US" sz="2000" u="none" cap="none" strike="noStrike">
                <a:solidFill>
                  <a:srgbClr val="000066"/>
                </a:solidFill>
                <a:latin typeface="Arial"/>
                <a:ea typeface="Arial"/>
                <a:cs typeface="Arial"/>
                <a:sym typeface="Arial"/>
              </a:rPr>
              <a:t>#!/bin/bash</a:t>
            </a:r>
            <a:endParaRPr/>
          </a:p>
          <a:p>
            <a:pPr indent="-260349" lvl="1" marL="782637" marR="0" rtl="0" algn="just">
              <a:lnSpc>
                <a:spcPct val="80000"/>
              </a:lnSpc>
              <a:spcBef>
                <a:spcPts val="1000"/>
              </a:spcBef>
              <a:spcAft>
                <a:spcPts val="0"/>
              </a:spcAft>
              <a:buClr>
                <a:srgbClr val="000066"/>
              </a:buClr>
              <a:buSzPts val="2000"/>
              <a:buFont typeface="Arial"/>
              <a:buNone/>
            </a:pPr>
            <a:r>
              <a:rPr b="0" i="0" lang="en-US" sz="2000" u="none" cap="none" strike="noStrike">
                <a:solidFill>
                  <a:srgbClr val="000066"/>
                </a:solidFill>
                <a:latin typeface="Arial"/>
                <a:ea typeface="Arial"/>
                <a:cs typeface="Arial"/>
                <a:sym typeface="Arial"/>
              </a:rPr>
              <a:t>	cd /tmp</a:t>
            </a:r>
            <a:endParaRPr/>
          </a:p>
          <a:p>
            <a:pPr indent="-260349" lvl="1" marL="782637" marR="0" rtl="0" algn="just">
              <a:lnSpc>
                <a:spcPct val="80000"/>
              </a:lnSpc>
              <a:spcBef>
                <a:spcPts val="1000"/>
              </a:spcBef>
              <a:spcAft>
                <a:spcPts val="0"/>
              </a:spcAft>
              <a:buClr>
                <a:srgbClr val="000066"/>
              </a:buClr>
              <a:buSzPts val="2000"/>
              <a:buFont typeface="Arial"/>
              <a:buNone/>
            </a:pPr>
            <a:r>
              <a:rPr b="0" i="0" lang="en-US" sz="2000" u="none" cap="none" strike="noStrike">
                <a:solidFill>
                  <a:srgbClr val="000066"/>
                </a:solidFill>
                <a:latin typeface="Arial"/>
                <a:ea typeface="Arial"/>
                <a:cs typeface="Arial"/>
                <a:sym typeface="Arial"/>
              </a:rPr>
              <a:t>	mkdir t</a:t>
            </a:r>
            <a:endParaRPr/>
          </a:p>
          <a:p>
            <a:pPr indent="-293687" lvl="0" marL="392112" marR="0" rtl="0" algn="just">
              <a:lnSpc>
                <a:spcPct val="80000"/>
              </a:lnSpc>
              <a:spcBef>
                <a:spcPts val="1000"/>
              </a:spcBef>
              <a:spcAft>
                <a:spcPts val="0"/>
              </a:spcAft>
              <a:buClr>
                <a:srgbClr val="000066"/>
              </a:buClr>
              <a:buSzPts val="2400"/>
              <a:buFont typeface="Arial"/>
              <a:buChar char="•"/>
            </a:pPr>
            <a:r>
              <a:rPr b="1" i="0" lang="en-US" sz="2400" u="none">
                <a:solidFill>
                  <a:srgbClr val="000066"/>
                </a:solidFill>
                <a:latin typeface="Arial"/>
                <a:ea typeface="Arial"/>
                <a:cs typeface="Arial"/>
                <a:sym typeface="Arial"/>
              </a:rPr>
              <a:t>You also need to specify that the script is executable by setting the proper bits on the file with chmod, e.g.: </a:t>
            </a:r>
            <a:endParaRPr/>
          </a:p>
          <a:p>
            <a:pPr indent="-293687" lvl="0" marL="392112" marR="0" rtl="0" algn="just">
              <a:lnSpc>
                <a:spcPct val="80000"/>
              </a:lnSpc>
              <a:spcBef>
                <a:spcPts val="1200"/>
              </a:spcBef>
              <a:spcAft>
                <a:spcPts val="0"/>
              </a:spcAft>
              <a:buClr>
                <a:srgbClr val="000066"/>
              </a:buClr>
              <a:buSzPts val="2400"/>
              <a:buFont typeface="Arial"/>
              <a:buNone/>
            </a:pPr>
            <a:r>
              <a:rPr b="1" i="0" lang="en-US" sz="2400" u="none">
                <a:solidFill>
                  <a:srgbClr val="000066"/>
                </a:solidFill>
                <a:latin typeface="Arial"/>
                <a:ea typeface="Arial"/>
                <a:cs typeface="Arial"/>
                <a:sym typeface="Arial"/>
              </a:rPr>
              <a:t>    $ chmod +x shell_script </a:t>
            </a:r>
            <a:endParaRPr/>
          </a:p>
          <a:p>
            <a:pPr indent="0" lvl="0" marL="0" marR="0" rtl="0" algn="l">
              <a:lnSpc>
                <a:spcPct val="100000"/>
              </a:lnSpc>
              <a:spcBef>
                <a:spcPts val="1200"/>
              </a:spcBef>
              <a:spcAft>
                <a:spcPts val="0"/>
              </a:spcAft>
              <a:buNone/>
            </a:pPr>
            <a:r>
              <a:t/>
            </a:r>
            <a:endParaRPr b="1" i="0" sz="2400" u="none">
              <a:solidFill>
                <a:srgbClr val="000066"/>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1" name="Shape 121"/>
        <p:cNvGrpSpPr/>
        <p:nvPr/>
      </p:nvGrpSpPr>
      <p:grpSpPr>
        <a:xfrm>
          <a:off x="0" y="0"/>
          <a:ext cx="0" cy="0"/>
          <a:chOff x="0" y="0"/>
          <a:chExt cx="0" cy="0"/>
        </a:xfrm>
      </p:grpSpPr>
      <p:sp>
        <p:nvSpPr>
          <p:cNvPr id="122" name="Google Shape;122;p11"/>
          <p:cNvSpPr txBox="1"/>
          <p:nvPr>
            <p:ph idx="4294967295" type="title"/>
          </p:nvPr>
        </p:nvSpPr>
        <p:spPr>
          <a:xfrm>
            <a:off x="671512" y="568325"/>
            <a:ext cx="7805737" cy="1144587"/>
          </a:xfrm>
          <a:prstGeom prst="rect">
            <a:avLst/>
          </a:prstGeom>
          <a:noFill/>
          <a:ln>
            <a:noFill/>
          </a:ln>
        </p:spPr>
        <p:txBody>
          <a:bodyPr anchorCtr="0" anchor="ctr" bIns="0" lIns="0" spcFirstLastPara="1" rIns="0" wrap="square" tIns="0">
            <a:noAutofit/>
          </a:bodyPr>
          <a:lstStyle/>
          <a:p>
            <a:pPr indent="0" lvl="0" marL="1306512" marR="0" rtl="0" algn="ctr">
              <a:lnSpc>
                <a:spcPct val="100000"/>
              </a:lnSpc>
              <a:spcBef>
                <a:spcPts val="0"/>
              </a:spcBef>
              <a:spcAft>
                <a:spcPts val="0"/>
              </a:spcAft>
              <a:buClr>
                <a:srgbClr val="E4005C"/>
              </a:buClr>
              <a:buSzPts val="4000"/>
              <a:buFont typeface="Arial"/>
              <a:buNone/>
            </a:pPr>
            <a:r>
              <a:rPr b="1" i="0" lang="en-US" sz="4000" u="none">
                <a:solidFill>
                  <a:srgbClr val="E4005C"/>
                </a:solidFill>
                <a:latin typeface="Arial"/>
                <a:ea typeface="Arial"/>
                <a:cs typeface="Arial"/>
                <a:sym typeface="Arial"/>
              </a:rPr>
              <a:t>LINUX COMMANDS</a:t>
            </a:r>
            <a:endParaRPr/>
          </a:p>
        </p:txBody>
      </p:sp>
      <p:sp>
        <p:nvSpPr>
          <p:cNvPr id="123" name="Google Shape;123;p11"/>
          <p:cNvSpPr txBox="1"/>
          <p:nvPr>
            <p:ph idx="4294967295" type="body"/>
          </p:nvPr>
        </p:nvSpPr>
        <p:spPr>
          <a:xfrm>
            <a:off x="671512" y="1906587"/>
            <a:ext cx="3825875" cy="4319587"/>
          </a:xfrm>
          <a:prstGeom prst="rect">
            <a:avLst/>
          </a:prstGeom>
          <a:noFill/>
          <a:ln>
            <a:noFill/>
          </a:ln>
        </p:spPr>
        <p:txBody>
          <a:bodyPr anchorCtr="0" anchor="t" bIns="45700" lIns="91425" spcFirstLastPara="1" rIns="91425" wrap="square" tIns="45700">
            <a:noAutofit/>
          </a:bodyPr>
          <a:lstStyle/>
          <a:p>
            <a:pPr indent="-311150" lvl="0" marL="311150" marR="0" rtl="0" algn="l">
              <a:lnSpc>
                <a:spcPct val="80000"/>
              </a:lnSpc>
              <a:spcBef>
                <a:spcPts val="0"/>
              </a:spcBef>
              <a:spcAft>
                <a:spcPts val="0"/>
              </a:spcAft>
              <a:buClr>
                <a:srgbClr val="000000"/>
              </a:buClr>
              <a:buSzPts val="1080"/>
              <a:buFont typeface="Noto Sans Symbols"/>
              <a:buNone/>
            </a:pPr>
            <a:r>
              <a:t/>
            </a:r>
            <a:endParaRPr b="1" i="0" sz="2400" u="none">
              <a:solidFill>
                <a:srgbClr val="000066"/>
              </a:solidFill>
              <a:latin typeface="Arial"/>
              <a:ea typeface="Arial"/>
              <a:cs typeface="Arial"/>
              <a:sym typeface="Arial"/>
            </a:endParaRPr>
          </a:p>
          <a:p>
            <a:pPr indent="-225107" lvl="0" marL="392112" marR="0" rtl="0" algn="l">
              <a:lnSpc>
                <a:spcPct val="95000"/>
              </a:lnSpc>
              <a:spcBef>
                <a:spcPts val="0"/>
              </a:spcBef>
              <a:spcAft>
                <a:spcPts val="0"/>
              </a:spcAft>
              <a:buClr>
                <a:srgbClr val="000000"/>
              </a:buClr>
              <a:buSzPts val="1080"/>
              <a:buFont typeface="Noto Sans Symbols"/>
              <a:buNone/>
            </a:pPr>
            <a:r>
              <a:t/>
            </a:r>
            <a:endParaRPr b="1" i="0" sz="2400" u="none">
              <a:solidFill>
                <a:srgbClr val="000066"/>
              </a:solidFill>
              <a:latin typeface="Arial"/>
              <a:ea typeface="Arial"/>
              <a:cs typeface="Arial"/>
              <a:sym typeface="Arial"/>
            </a:endParaRPr>
          </a:p>
        </p:txBody>
      </p:sp>
      <p:sp>
        <p:nvSpPr>
          <p:cNvPr id="124" name="Google Shape;124;p11"/>
          <p:cNvSpPr/>
          <p:nvPr/>
        </p:nvSpPr>
        <p:spPr>
          <a:xfrm>
            <a:off x="0" y="0"/>
            <a:ext cx="9144000" cy="565150"/>
          </a:xfrm>
          <a:prstGeom prst="roundRect">
            <a:avLst>
              <a:gd fmla="val 55" name="adj"/>
            </a:avLst>
          </a:prstGeom>
          <a:solidFill>
            <a:srgbClr val="21426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5" name="Google Shape;125;p11"/>
          <p:cNvSpPr/>
          <p:nvPr/>
        </p:nvSpPr>
        <p:spPr>
          <a:xfrm>
            <a:off x="511175" y="1270000"/>
            <a:ext cx="247650" cy="247650"/>
          </a:xfrm>
          <a:prstGeom prst="roundRect">
            <a:avLst>
              <a:gd fmla="val 125" name="adj"/>
            </a:avLst>
          </a:prstGeom>
          <a:solidFill>
            <a:srgbClr val="21426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6" name="Google Shape;126;p11"/>
          <p:cNvSpPr/>
          <p:nvPr/>
        </p:nvSpPr>
        <p:spPr>
          <a:xfrm>
            <a:off x="635000" y="1392237"/>
            <a:ext cx="247650" cy="247650"/>
          </a:xfrm>
          <a:prstGeom prst="roundRect">
            <a:avLst>
              <a:gd fmla="val 125" name="adj"/>
            </a:avLst>
          </a:prstGeom>
          <a:solidFill>
            <a:srgbClr val="00B8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7" name="Google Shape;127;p11"/>
          <p:cNvSpPr/>
          <p:nvPr/>
        </p:nvSpPr>
        <p:spPr>
          <a:xfrm>
            <a:off x="969962" y="1552575"/>
            <a:ext cx="7407275" cy="36512"/>
          </a:xfrm>
          <a:prstGeom prst="roundRect">
            <a:avLst>
              <a:gd fmla="val 900" name="adj"/>
            </a:avLst>
          </a:prstGeom>
          <a:gradFill>
            <a:gsLst>
              <a:gs pos="0">
                <a:srgbClr val="008000"/>
              </a:gs>
              <a:gs pos="100000">
                <a:srgbClr val="800080"/>
              </a:gs>
            </a:gsLst>
            <a:lin ang="19799999"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8" name="Google Shape;128;p11"/>
          <p:cNvSpPr txBox="1"/>
          <p:nvPr/>
        </p:nvSpPr>
        <p:spPr>
          <a:xfrm>
            <a:off x="123825" y="104775"/>
            <a:ext cx="5819775" cy="347662"/>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Clr>
                <a:schemeClr val="lt1"/>
              </a:buClr>
              <a:buSzPts val="2400"/>
              <a:buFont typeface="Times New Roman"/>
              <a:buNone/>
            </a:pPr>
            <a:r>
              <a:rPr b="1" i="0" lang="en-US" sz="2400" u="none">
                <a:solidFill>
                  <a:schemeClr val="lt1"/>
                </a:solidFill>
                <a:latin typeface="Times New Roman"/>
                <a:ea typeface="Times New Roman"/>
                <a:cs typeface="Times New Roman"/>
                <a:sym typeface="Times New Roman"/>
              </a:rPr>
              <a:t>Linux Commands</a:t>
            </a:r>
            <a:endParaRPr/>
          </a:p>
        </p:txBody>
      </p:sp>
      <p:sp>
        <p:nvSpPr>
          <p:cNvPr id="129" name="Google Shape;129;p11"/>
          <p:cNvSpPr/>
          <p:nvPr/>
        </p:nvSpPr>
        <p:spPr>
          <a:xfrm>
            <a:off x="0" y="4989512"/>
            <a:ext cx="106362" cy="1868487"/>
          </a:xfrm>
          <a:prstGeom prst="roundRect">
            <a:avLst>
              <a:gd fmla="val 291" name="adj"/>
            </a:avLst>
          </a:prstGeom>
          <a:solidFill>
            <a:srgbClr val="21426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0" name="Google Shape;130;p11"/>
          <p:cNvSpPr txBox="1"/>
          <p:nvPr>
            <p:ph idx="4294967295" type="body"/>
          </p:nvPr>
        </p:nvSpPr>
        <p:spPr>
          <a:xfrm>
            <a:off x="457200" y="1906587"/>
            <a:ext cx="8020050" cy="4319587"/>
          </a:xfrm>
          <a:prstGeom prst="rect">
            <a:avLst/>
          </a:prstGeom>
          <a:noFill/>
          <a:ln>
            <a:noFill/>
          </a:ln>
        </p:spPr>
        <p:txBody>
          <a:bodyPr anchorCtr="0" anchor="t" bIns="45700" lIns="91425" spcFirstLastPara="1" rIns="91425" wrap="square" tIns="45700">
            <a:noAutofit/>
          </a:bodyPr>
          <a:lstStyle/>
          <a:p>
            <a:pPr indent="-311150" lvl="0" marL="311150" marR="0" rtl="0" algn="just">
              <a:lnSpc>
                <a:spcPct val="90000"/>
              </a:lnSpc>
              <a:spcBef>
                <a:spcPts val="0"/>
              </a:spcBef>
              <a:spcAft>
                <a:spcPts val="0"/>
              </a:spcAft>
              <a:buClr>
                <a:srgbClr val="000000"/>
              </a:buClr>
              <a:buSzPts val="1080"/>
              <a:buFont typeface="Noto Sans Symbols"/>
              <a:buChar char="•"/>
            </a:pPr>
            <a:r>
              <a:rPr b="1" i="0" lang="en-US" sz="2400" u="none">
                <a:solidFill>
                  <a:srgbClr val="000066"/>
                </a:solidFill>
                <a:latin typeface="Arial"/>
                <a:ea typeface="Arial"/>
                <a:cs typeface="Arial"/>
                <a:sym typeface="Arial"/>
              </a:rPr>
              <a:t>File Management and Viewing </a:t>
            </a:r>
            <a:endParaRPr/>
          </a:p>
          <a:p>
            <a:pPr indent="-311150" lvl="0" marL="311150" marR="0" rtl="0" algn="just">
              <a:lnSpc>
                <a:spcPct val="90000"/>
              </a:lnSpc>
              <a:spcBef>
                <a:spcPts val="480"/>
              </a:spcBef>
              <a:spcAft>
                <a:spcPts val="0"/>
              </a:spcAft>
              <a:buClr>
                <a:srgbClr val="000000"/>
              </a:buClr>
              <a:buSzPts val="1080"/>
              <a:buFont typeface="Noto Sans Symbols"/>
              <a:buChar char="•"/>
            </a:pPr>
            <a:r>
              <a:rPr b="1" i="0" lang="en-US" sz="2400" u="none">
                <a:solidFill>
                  <a:srgbClr val="000066"/>
                </a:solidFill>
                <a:latin typeface="Arial"/>
                <a:ea typeface="Arial"/>
                <a:cs typeface="Arial"/>
                <a:sym typeface="Arial"/>
              </a:rPr>
              <a:t>Filesystem Mangement</a:t>
            </a:r>
            <a:endParaRPr/>
          </a:p>
          <a:p>
            <a:pPr indent="-311150" lvl="0" marL="311150" marR="0" rtl="0" algn="just">
              <a:lnSpc>
                <a:spcPct val="90000"/>
              </a:lnSpc>
              <a:spcBef>
                <a:spcPts val="480"/>
              </a:spcBef>
              <a:spcAft>
                <a:spcPts val="0"/>
              </a:spcAft>
              <a:buClr>
                <a:srgbClr val="000000"/>
              </a:buClr>
              <a:buSzPts val="1080"/>
              <a:buFont typeface="Noto Sans Symbols"/>
              <a:buChar char="•"/>
            </a:pPr>
            <a:r>
              <a:rPr b="1" i="0" lang="en-US" sz="2400" u="none">
                <a:solidFill>
                  <a:srgbClr val="000066"/>
                </a:solidFill>
                <a:latin typeface="Arial"/>
                <a:ea typeface="Arial"/>
                <a:cs typeface="Arial"/>
                <a:sym typeface="Arial"/>
              </a:rPr>
              <a:t>Help, Job and Process Management </a:t>
            </a:r>
            <a:endParaRPr/>
          </a:p>
          <a:p>
            <a:pPr indent="-311150" lvl="0" marL="311150" marR="0" rtl="0" algn="just">
              <a:lnSpc>
                <a:spcPct val="90000"/>
              </a:lnSpc>
              <a:spcBef>
                <a:spcPts val="480"/>
              </a:spcBef>
              <a:spcAft>
                <a:spcPts val="0"/>
              </a:spcAft>
              <a:buClr>
                <a:srgbClr val="000000"/>
              </a:buClr>
              <a:buSzPts val="1080"/>
              <a:buFont typeface="Noto Sans Symbols"/>
              <a:buChar char="•"/>
            </a:pPr>
            <a:r>
              <a:rPr b="1" i="0" lang="en-US" sz="2400" u="none">
                <a:solidFill>
                  <a:srgbClr val="000066"/>
                </a:solidFill>
                <a:latin typeface="Arial"/>
                <a:ea typeface="Arial"/>
                <a:cs typeface="Arial"/>
                <a:sym typeface="Arial"/>
              </a:rPr>
              <a:t>Network Management </a:t>
            </a:r>
            <a:endParaRPr/>
          </a:p>
          <a:p>
            <a:pPr indent="-311150" lvl="0" marL="311150" marR="0" rtl="0" algn="just">
              <a:lnSpc>
                <a:spcPct val="90000"/>
              </a:lnSpc>
              <a:spcBef>
                <a:spcPts val="480"/>
              </a:spcBef>
              <a:spcAft>
                <a:spcPts val="0"/>
              </a:spcAft>
              <a:buClr>
                <a:srgbClr val="000000"/>
              </a:buClr>
              <a:buSzPts val="1080"/>
              <a:buFont typeface="Noto Sans Symbols"/>
              <a:buChar char="•"/>
            </a:pPr>
            <a:r>
              <a:rPr b="1" i="0" lang="en-US" sz="2400" u="none">
                <a:solidFill>
                  <a:srgbClr val="000066"/>
                </a:solidFill>
                <a:latin typeface="Arial"/>
                <a:ea typeface="Arial"/>
                <a:cs typeface="Arial"/>
                <a:sym typeface="Arial"/>
              </a:rPr>
              <a:t>System Management </a:t>
            </a:r>
            <a:endParaRPr/>
          </a:p>
          <a:p>
            <a:pPr indent="-311150" lvl="0" marL="311150" marR="0" rtl="0" algn="just">
              <a:lnSpc>
                <a:spcPct val="90000"/>
              </a:lnSpc>
              <a:spcBef>
                <a:spcPts val="480"/>
              </a:spcBef>
              <a:spcAft>
                <a:spcPts val="0"/>
              </a:spcAft>
              <a:buClr>
                <a:srgbClr val="000000"/>
              </a:buClr>
              <a:buSzPts val="1080"/>
              <a:buFont typeface="Noto Sans Symbols"/>
              <a:buChar char="•"/>
            </a:pPr>
            <a:r>
              <a:rPr b="1" i="0" lang="en-US" sz="2400" u="none">
                <a:solidFill>
                  <a:srgbClr val="000066"/>
                </a:solidFill>
                <a:latin typeface="Arial"/>
                <a:ea typeface="Arial"/>
                <a:cs typeface="Arial"/>
                <a:sym typeface="Arial"/>
              </a:rPr>
              <a:t>User Management </a:t>
            </a:r>
            <a:endParaRPr/>
          </a:p>
          <a:p>
            <a:pPr indent="-311150" lvl="0" marL="311150" marR="0" rtl="0" algn="just">
              <a:lnSpc>
                <a:spcPct val="90000"/>
              </a:lnSpc>
              <a:spcBef>
                <a:spcPts val="480"/>
              </a:spcBef>
              <a:spcAft>
                <a:spcPts val="0"/>
              </a:spcAft>
              <a:buClr>
                <a:srgbClr val="000000"/>
              </a:buClr>
              <a:buSzPts val="1080"/>
              <a:buFont typeface="Noto Sans Symbols"/>
              <a:buChar char="•"/>
            </a:pPr>
            <a:r>
              <a:rPr b="1" i="0" lang="en-US" sz="2400" u="none">
                <a:solidFill>
                  <a:srgbClr val="000066"/>
                </a:solidFill>
                <a:latin typeface="Arial"/>
                <a:ea typeface="Arial"/>
                <a:cs typeface="Arial"/>
                <a:sym typeface="Arial"/>
              </a:rPr>
              <a:t>Printing and Programming </a:t>
            </a:r>
            <a:endParaRPr/>
          </a:p>
          <a:p>
            <a:pPr indent="-311150" lvl="0" marL="311150" marR="0" rtl="0" algn="just">
              <a:lnSpc>
                <a:spcPct val="90000"/>
              </a:lnSpc>
              <a:spcBef>
                <a:spcPts val="480"/>
              </a:spcBef>
              <a:spcAft>
                <a:spcPts val="0"/>
              </a:spcAft>
              <a:buClr>
                <a:srgbClr val="000000"/>
              </a:buClr>
              <a:buSzPts val="1080"/>
              <a:buFont typeface="Noto Sans Symbols"/>
              <a:buChar char="•"/>
            </a:pPr>
            <a:r>
              <a:rPr b="1" i="0" lang="en-US" sz="2400" u="none">
                <a:solidFill>
                  <a:srgbClr val="000066"/>
                </a:solidFill>
                <a:latin typeface="Arial"/>
                <a:ea typeface="Arial"/>
                <a:cs typeface="Arial"/>
                <a:sym typeface="Arial"/>
              </a:rPr>
              <a:t>Document Preparation </a:t>
            </a:r>
            <a:endParaRPr/>
          </a:p>
          <a:p>
            <a:pPr indent="-311150" lvl="0" marL="311150" marR="0" rtl="0" algn="just">
              <a:lnSpc>
                <a:spcPct val="90000"/>
              </a:lnSpc>
              <a:spcBef>
                <a:spcPts val="480"/>
              </a:spcBef>
              <a:spcAft>
                <a:spcPts val="0"/>
              </a:spcAft>
              <a:buClr>
                <a:srgbClr val="000000"/>
              </a:buClr>
              <a:buSzPts val="1080"/>
              <a:buFont typeface="Noto Sans Symbols"/>
              <a:buChar char="•"/>
            </a:pPr>
            <a:r>
              <a:rPr b="1" i="0" lang="en-US" sz="2400" u="none">
                <a:solidFill>
                  <a:srgbClr val="000066"/>
                </a:solidFill>
                <a:latin typeface="Arial"/>
                <a:ea typeface="Arial"/>
                <a:cs typeface="Arial"/>
                <a:sym typeface="Arial"/>
              </a:rPr>
              <a:t>Miscellaneous </a:t>
            </a:r>
            <a:endParaRPr/>
          </a:p>
          <a:p>
            <a:pPr indent="-225107" lvl="0" marL="392112" marR="0" rtl="0" algn="l">
              <a:lnSpc>
                <a:spcPct val="95000"/>
              </a:lnSpc>
              <a:spcBef>
                <a:spcPts val="0"/>
              </a:spcBef>
              <a:spcAft>
                <a:spcPts val="0"/>
              </a:spcAft>
              <a:buClr>
                <a:srgbClr val="000000"/>
              </a:buClr>
              <a:buSzPts val="1080"/>
              <a:buFont typeface="Noto Sans Symbols"/>
              <a:buNone/>
            </a:pPr>
            <a:r>
              <a:t/>
            </a:r>
            <a:endParaRPr b="1" i="0" sz="2400" u="none">
              <a:solidFill>
                <a:srgbClr val="000066"/>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4" name="Shape 134"/>
        <p:cNvGrpSpPr/>
        <p:nvPr/>
      </p:nvGrpSpPr>
      <p:grpSpPr>
        <a:xfrm>
          <a:off x="0" y="0"/>
          <a:ext cx="0" cy="0"/>
          <a:chOff x="0" y="0"/>
          <a:chExt cx="0" cy="0"/>
        </a:xfrm>
      </p:grpSpPr>
      <p:sp>
        <p:nvSpPr>
          <p:cNvPr id="135" name="Google Shape;135;p12"/>
          <p:cNvSpPr txBox="1"/>
          <p:nvPr>
            <p:ph idx="4294967295" type="title"/>
          </p:nvPr>
        </p:nvSpPr>
        <p:spPr>
          <a:xfrm>
            <a:off x="671512" y="568325"/>
            <a:ext cx="7805737" cy="1144587"/>
          </a:xfrm>
          <a:prstGeom prst="rect">
            <a:avLst/>
          </a:prstGeom>
          <a:noFill/>
          <a:ln>
            <a:noFill/>
          </a:ln>
        </p:spPr>
        <p:txBody>
          <a:bodyPr anchorCtr="0" anchor="ctr" bIns="0" lIns="0" spcFirstLastPara="1" rIns="0" wrap="square" tIns="0">
            <a:noAutofit/>
          </a:bodyPr>
          <a:lstStyle/>
          <a:p>
            <a:pPr indent="0" lvl="0" marL="1306512" marR="0" rtl="0" algn="ctr">
              <a:lnSpc>
                <a:spcPct val="100000"/>
              </a:lnSpc>
              <a:spcBef>
                <a:spcPts val="0"/>
              </a:spcBef>
              <a:spcAft>
                <a:spcPts val="0"/>
              </a:spcAft>
              <a:buClr>
                <a:srgbClr val="E4005C"/>
              </a:buClr>
              <a:buSzPts val="4000"/>
              <a:buFont typeface="Arial"/>
              <a:buNone/>
            </a:pPr>
            <a:r>
              <a:rPr b="1" i="0" lang="en-US" sz="4000" u="none">
                <a:solidFill>
                  <a:srgbClr val="E4005C"/>
                </a:solidFill>
                <a:latin typeface="Arial"/>
                <a:ea typeface="Arial"/>
                <a:cs typeface="Arial"/>
                <a:sym typeface="Arial"/>
              </a:rPr>
              <a:t>Command Structure</a:t>
            </a:r>
            <a:endParaRPr/>
          </a:p>
        </p:txBody>
      </p:sp>
      <p:sp>
        <p:nvSpPr>
          <p:cNvPr id="136" name="Google Shape;136;p12"/>
          <p:cNvSpPr txBox="1"/>
          <p:nvPr>
            <p:ph idx="4294967295" type="body"/>
          </p:nvPr>
        </p:nvSpPr>
        <p:spPr>
          <a:xfrm>
            <a:off x="671512" y="1906587"/>
            <a:ext cx="3825875" cy="4319587"/>
          </a:xfrm>
          <a:prstGeom prst="rect">
            <a:avLst/>
          </a:prstGeom>
          <a:noFill/>
          <a:ln>
            <a:noFill/>
          </a:ln>
        </p:spPr>
        <p:txBody>
          <a:bodyPr anchorCtr="0" anchor="t" bIns="45700" lIns="91425" spcFirstLastPara="1" rIns="91425" wrap="square" tIns="45700">
            <a:noAutofit/>
          </a:bodyPr>
          <a:lstStyle/>
          <a:p>
            <a:pPr indent="-311150" lvl="0" marL="311150" marR="0" rtl="0" algn="l">
              <a:lnSpc>
                <a:spcPct val="80000"/>
              </a:lnSpc>
              <a:spcBef>
                <a:spcPts val="0"/>
              </a:spcBef>
              <a:spcAft>
                <a:spcPts val="0"/>
              </a:spcAft>
              <a:buClr>
                <a:srgbClr val="000000"/>
              </a:buClr>
              <a:buSzPts val="1080"/>
              <a:buFont typeface="Noto Sans Symbols"/>
              <a:buNone/>
            </a:pPr>
            <a:r>
              <a:t/>
            </a:r>
            <a:endParaRPr b="1" i="0" sz="2400" u="none">
              <a:solidFill>
                <a:srgbClr val="000066"/>
              </a:solidFill>
              <a:latin typeface="Arial"/>
              <a:ea typeface="Arial"/>
              <a:cs typeface="Arial"/>
              <a:sym typeface="Arial"/>
            </a:endParaRPr>
          </a:p>
          <a:p>
            <a:pPr indent="-225107" lvl="0" marL="392112" marR="0" rtl="0" algn="l">
              <a:lnSpc>
                <a:spcPct val="95000"/>
              </a:lnSpc>
              <a:spcBef>
                <a:spcPts val="0"/>
              </a:spcBef>
              <a:spcAft>
                <a:spcPts val="0"/>
              </a:spcAft>
              <a:buClr>
                <a:srgbClr val="000000"/>
              </a:buClr>
              <a:buSzPts val="1080"/>
              <a:buFont typeface="Noto Sans Symbols"/>
              <a:buNone/>
            </a:pPr>
            <a:r>
              <a:t/>
            </a:r>
            <a:endParaRPr b="1" i="0" sz="2400" u="none">
              <a:solidFill>
                <a:srgbClr val="000066"/>
              </a:solidFill>
              <a:latin typeface="Arial"/>
              <a:ea typeface="Arial"/>
              <a:cs typeface="Arial"/>
              <a:sym typeface="Arial"/>
            </a:endParaRPr>
          </a:p>
        </p:txBody>
      </p:sp>
      <p:sp>
        <p:nvSpPr>
          <p:cNvPr id="137" name="Google Shape;137;p12"/>
          <p:cNvSpPr/>
          <p:nvPr/>
        </p:nvSpPr>
        <p:spPr>
          <a:xfrm>
            <a:off x="0" y="0"/>
            <a:ext cx="9144000" cy="565150"/>
          </a:xfrm>
          <a:prstGeom prst="roundRect">
            <a:avLst>
              <a:gd fmla="val 55" name="adj"/>
            </a:avLst>
          </a:prstGeom>
          <a:solidFill>
            <a:srgbClr val="21426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8" name="Google Shape;138;p12"/>
          <p:cNvSpPr/>
          <p:nvPr/>
        </p:nvSpPr>
        <p:spPr>
          <a:xfrm>
            <a:off x="511175" y="1270000"/>
            <a:ext cx="247650" cy="247650"/>
          </a:xfrm>
          <a:prstGeom prst="roundRect">
            <a:avLst>
              <a:gd fmla="val 125" name="adj"/>
            </a:avLst>
          </a:prstGeom>
          <a:solidFill>
            <a:srgbClr val="21426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9" name="Google Shape;139;p12"/>
          <p:cNvSpPr/>
          <p:nvPr/>
        </p:nvSpPr>
        <p:spPr>
          <a:xfrm>
            <a:off x="635000" y="1392237"/>
            <a:ext cx="247650" cy="247650"/>
          </a:xfrm>
          <a:prstGeom prst="roundRect">
            <a:avLst>
              <a:gd fmla="val 125" name="adj"/>
            </a:avLst>
          </a:prstGeom>
          <a:solidFill>
            <a:srgbClr val="00B8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40" name="Google Shape;140;p12"/>
          <p:cNvSpPr/>
          <p:nvPr/>
        </p:nvSpPr>
        <p:spPr>
          <a:xfrm>
            <a:off x="969962" y="1552575"/>
            <a:ext cx="7407275" cy="36512"/>
          </a:xfrm>
          <a:prstGeom prst="roundRect">
            <a:avLst>
              <a:gd fmla="val 900" name="adj"/>
            </a:avLst>
          </a:prstGeom>
          <a:gradFill>
            <a:gsLst>
              <a:gs pos="0">
                <a:srgbClr val="008000"/>
              </a:gs>
              <a:gs pos="100000">
                <a:srgbClr val="800080"/>
              </a:gs>
            </a:gsLst>
            <a:lin ang="19799999"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41" name="Google Shape;141;p12"/>
          <p:cNvSpPr txBox="1"/>
          <p:nvPr/>
        </p:nvSpPr>
        <p:spPr>
          <a:xfrm>
            <a:off x="123825" y="104775"/>
            <a:ext cx="5819775" cy="347662"/>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Clr>
                <a:schemeClr val="lt1"/>
              </a:buClr>
              <a:buSzPts val="2400"/>
              <a:buFont typeface="Times New Roman"/>
              <a:buNone/>
            </a:pPr>
            <a:r>
              <a:rPr b="1" i="0" lang="en-US" sz="2400" u="none">
                <a:solidFill>
                  <a:schemeClr val="lt1"/>
                </a:solidFill>
                <a:latin typeface="Times New Roman"/>
                <a:ea typeface="Times New Roman"/>
                <a:cs typeface="Times New Roman"/>
                <a:sym typeface="Times New Roman"/>
              </a:rPr>
              <a:t>Linux Commands</a:t>
            </a:r>
            <a:endParaRPr/>
          </a:p>
        </p:txBody>
      </p:sp>
      <p:sp>
        <p:nvSpPr>
          <p:cNvPr id="142" name="Google Shape;142;p12"/>
          <p:cNvSpPr/>
          <p:nvPr/>
        </p:nvSpPr>
        <p:spPr>
          <a:xfrm>
            <a:off x="0" y="4989512"/>
            <a:ext cx="106362" cy="1868487"/>
          </a:xfrm>
          <a:prstGeom prst="roundRect">
            <a:avLst>
              <a:gd fmla="val 291" name="adj"/>
            </a:avLst>
          </a:prstGeom>
          <a:solidFill>
            <a:srgbClr val="21426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43" name="Google Shape;143;p12"/>
          <p:cNvSpPr txBox="1"/>
          <p:nvPr>
            <p:ph idx="4294967295" type="body"/>
          </p:nvPr>
        </p:nvSpPr>
        <p:spPr>
          <a:xfrm>
            <a:off x="533400" y="1906587"/>
            <a:ext cx="7943850" cy="4319587"/>
          </a:xfrm>
          <a:prstGeom prst="rect">
            <a:avLst/>
          </a:prstGeom>
          <a:noFill/>
          <a:ln>
            <a:noFill/>
          </a:ln>
        </p:spPr>
        <p:txBody>
          <a:bodyPr anchorCtr="0" anchor="t" bIns="45700" lIns="91425" spcFirstLastPara="1" rIns="91425" wrap="square" tIns="45700">
            <a:noAutofit/>
          </a:bodyPr>
          <a:lstStyle/>
          <a:p>
            <a:pPr indent="-311150" lvl="0" marL="311150" marR="0" rtl="0" algn="l">
              <a:lnSpc>
                <a:spcPct val="100000"/>
              </a:lnSpc>
              <a:spcBef>
                <a:spcPts val="0"/>
              </a:spcBef>
              <a:spcAft>
                <a:spcPts val="0"/>
              </a:spcAft>
              <a:buClr>
                <a:srgbClr val="000000"/>
              </a:buClr>
              <a:buSzPts val="1080"/>
              <a:buFont typeface="Noto Sans Symbols"/>
              <a:buChar char="•"/>
            </a:pPr>
            <a:r>
              <a:rPr b="1" i="0" lang="en-US" sz="2400" u="none">
                <a:solidFill>
                  <a:srgbClr val="000066"/>
                </a:solidFill>
                <a:latin typeface="Arial"/>
                <a:ea typeface="Arial"/>
                <a:cs typeface="Arial"/>
                <a:sym typeface="Arial"/>
              </a:rPr>
              <a:t>Command &lt;Options&gt; &lt;Arguments&gt;</a:t>
            </a:r>
            <a:endParaRPr/>
          </a:p>
          <a:p>
            <a:pPr indent="-311150" lvl="0" marL="311150" marR="0" rtl="0" algn="l">
              <a:lnSpc>
                <a:spcPct val="100000"/>
              </a:lnSpc>
              <a:spcBef>
                <a:spcPts val="1200"/>
              </a:spcBef>
              <a:spcAft>
                <a:spcPts val="0"/>
              </a:spcAft>
              <a:buClr>
                <a:srgbClr val="000000"/>
              </a:buClr>
              <a:buSzPts val="1080"/>
              <a:buFont typeface="Noto Sans Symbols"/>
              <a:buChar char="•"/>
            </a:pPr>
            <a:r>
              <a:rPr b="1" i="0" lang="en-US" sz="2400" u="none">
                <a:solidFill>
                  <a:srgbClr val="000066"/>
                </a:solidFill>
                <a:latin typeface="Arial"/>
                <a:ea typeface="Arial"/>
                <a:cs typeface="Arial"/>
                <a:sym typeface="Arial"/>
              </a:rPr>
              <a:t>Multiple commands separated by ; can be executed one after the other</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7" name="Shape 147"/>
        <p:cNvGrpSpPr/>
        <p:nvPr/>
      </p:nvGrpSpPr>
      <p:grpSpPr>
        <a:xfrm>
          <a:off x="0" y="0"/>
          <a:ext cx="0" cy="0"/>
          <a:chOff x="0" y="0"/>
          <a:chExt cx="0" cy="0"/>
        </a:xfrm>
      </p:grpSpPr>
      <p:sp>
        <p:nvSpPr>
          <p:cNvPr id="148" name="Google Shape;148;p13"/>
          <p:cNvSpPr txBox="1"/>
          <p:nvPr>
            <p:ph idx="4294967295" type="title"/>
          </p:nvPr>
        </p:nvSpPr>
        <p:spPr>
          <a:xfrm>
            <a:off x="671512" y="568325"/>
            <a:ext cx="7805737" cy="1144587"/>
          </a:xfrm>
          <a:prstGeom prst="rect">
            <a:avLst/>
          </a:prstGeom>
          <a:noFill/>
          <a:ln>
            <a:noFill/>
          </a:ln>
        </p:spPr>
        <p:txBody>
          <a:bodyPr anchorCtr="0" anchor="ctr" bIns="0" lIns="0" spcFirstLastPara="1" rIns="0" wrap="square" tIns="0">
            <a:noAutofit/>
          </a:bodyPr>
          <a:lstStyle/>
          <a:p>
            <a:pPr indent="0" lvl="0" marL="1306512" marR="0" rtl="0" algn="ctr">
              <a:lnSpc>
                <a:spcPct val="100000"/>
              </a:lnSpc>
              <a:spcBef>
                <a:spcPts val="0"/>
              </a:spcBef>
              <a:spcAft>
                <a:spcPts val="0"/>
              </a:spcAft>
              <a:buClr>
                <a:srgbClr val="E4005C"/>
              </a:buClr>
              <a:buSzPts val="4000"/>
              <a:buFont typeface="Arial"/>
              <a:buNone/>
            </a:pPr>
            <a:r>
              <a:rPr b="1" i="0" lang="en-US" sz="4000" u="none">
                <a:solidFill>
                  <a:srgbClr val="E4005C"/>
                </a:solidFill>
                <a:latin typeface="Arial"/>
                <a:ea typeface="Arial"/>
                <a:cs typeface="Arial"/>
                <a:sym typeface="Arial"/>
              </a:rPr>
              <a:t>Help Facilities for Commands</a:t>
            </a:r>
            <a:endParaRPr/>
          </a:p>
        </p:txBody>
      </p:sp>
      <p:sp>
        <p:nvSpPr>
          <p:cNvPr id="149" name="Google Shape;149;p13"/>
          <p:cNvSpPr txBox="1"/>
          <p:nvPr>
            <p:ph idx="4294967295" type="body"/>
          </p:nvPr>
        </p:nvSpPr>
        <p:spPr>
          <a:xfrm>
            <a:off x="671512" y="1906587"/>
            <a:ext cx="3825875" cy="4319587"/>
          </a:xfrm>
          <a:prstGeom prst="rect">
            <a:avLst/>
          </a:prstGeom>
          <a:noFill/>
          <a:ln>
            <a:noFill/>
          </a:ln>
        </p:spPr>
        <p:txBody>
          <a:bodyPr anchorCtr="0" anchor="t" bIns="45700" lIns="91425" spcFirstLastPara="1" rIns="91425" wrap="square" tIns="45700">
            <a:noAutofit/>
          </a:bodyPr>
          <a:lstStyle/>
          <a:p>
            <a:pPr indent="-311150" lvl="0" marL="311150" marR="0" rtl="0" algn="l">
              <a:lnSpc>
                <a:spcPct val="80000"/>
              </a:lnSpc>
              <a:spcBef>
                <a:spcPts val="0"/>
              </a:spcBef>
              <a:spcAft>
                <a:spcPts val="0"/>
              </a:spcAft>
              <a:buClr>
                <a:srgbClr val="000000"/>
              </a:buClr>
              <a:buSzPts val="1080"/>
              <a:buFont typeface="Noto Sans Symbols"/>
              <a:buNone/>
            </a:pPr>
            <a:r>
              <a:t/>
            </a:r>
            <a:endParaRPr b="1" i="0" sz="2400" u="none">
              <a:solidFill>
                <a:srgbClr val="000066"/>
              </a:solidFill>
              <a:latin typeface="Arial"/>
              <a:ea typeface="Arial"/>
              <a:cs typeface="Arial"/>
              <a:sym typeface="Arial"/>
            </a:endParaRPr>
          </a:p>
          <a:p>
            <a:pPr indent="-225107" lvl="0" marL="392112" marR="0" rtl="0" algn="l">
              <a:lnSpc>
                <a:spcPct val="95000"/>
              </a:lnSpc>
              <a:spcBef>
                <a:spcPts val="0"/>
              </a:spcBef>
              <a:spcAft>
                <a:spcPts val="0"/>
              </a:spcAft>
              <a:buClr>
                <a:srgbClr val="000000"/>
              </a:buClr>
              <a:buSzPts val="1080"/>
              <a:buFont typeface="Noto Sans Symbols"/>
              <a:buNone/>
            </a:pPr>
            <a:r>
              <a:t/>
            </a:r>
            <a:endParaRPr b="1" i="0" sz="2400" u="none">
              <a:solidFill>
                <a:srgbClr val="000066"/>
              </a:solidFill>
              <a:latin typeface="Arial"/>
              <a:ea typeface="Arial"/>
              <a:cs typeface="Arial"/>
              <a:sym typeface="Arial"/>
            </a:endParaRPr>
          </a:p>
        </p:txBody>
      </p:sp>
      <p:sp>
        <p:nvSpPr>
          <p:cNvPr id="150" name="Google Shape;150;p13"/>
          <p:cNvSpPr/>
          <p:nvPr/>
        </p:nvSpPr>
        <p:spPr>
          <a:xfrm>
            <a:off x="0" y="0"/>
            <a:ext cx="9144000" cy="565150"/>
          </a:xfrm>
          <a:prstGeom prst="roundRect">
            <a:avLst>
              <a:gd fmla="val 55" name="adj"/>
            </a:avLst>
          </a:prstGeom>
          <a:solidFill>
            <a:srgbClr val="21426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51" name="Google Shape;151;p13"/>
          <p:cNvSpPr/>
          <p:nvPr/>
        </p:nvSpPr>
        <p:spPr>
          <a:xfrm>
            <a:off x="511175" y="1270000"/>
            <a:ext cx="247650" cy="247650"/>
          </a:xfrm>
          <a:prstGeom prst="roundRect">
            <a:avLst>
              <a:gd fmla="val 125" name="adj"/>
            </a:avLst>
          </a:prstGeom>
          <a:solidFill>
            <a:srgbClr val="21426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52" name="Google Shape;152;p13"/>
          <p:cNvSpPr/>
          <p:nvPr/>
        </p:nvSpPr>
        <p:spPr>
          <a:xfrm>
            <a:off x="635000" y="1392237"/>
            <a:ext cx="247650" cy="247650"/>
          </a:xfrm>
          <a:prstGeom prst="roundRect">
            <a:avLst>
              <a:gd fmla="val 125" name="adj"/>
            </a:avLst>
          </a:prstGeom>
          <a:solidFill>
            <a:srgbClr val="00B8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53" name="Google Shape;153;p13"/>
          <p:cNvSpPr/>
          <p:nvPr/>
        </p:nvSpPr>
        <p:spPr>
          <a:xfrm>
            <a:off x="969962" y="1552575"/>
            <a:ext cx="7407275" cy="36512"/>
          </a:xfrm>
          <a:prstGeom prst="roundRect">
            <a:avLst>
              <a:gd fmla="val 900" name="adj"/>
            </a:avLst>
          </a:prstGeom>
          <a:gradFill>
            <a:gsLst>
              <a:gs pos="0">
                <a:srgbClr val="008000"/>
              </a:gs>
              <a:gs pos="100000">
                <a:srgbClr val="800080"/>
              </a:gs>
            </a:gsLst>
            <a:lin ang="19799999"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54" name="Google Shape;154;p13"/>
          <p:cNvSpPr txBox="1"/>
          <p:nvPr/>
        </p:nvSpPr>
        <p:spPr>
          <a:xfrm>
            <a:off x="123825" y="104775"/>
            <a:ext cx="5819775" cy="347662"/>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Clr>
                <a:schemeClr val="lt1"/>
              </a:buClr>
              <a:buSzPts val="2400"/>
              <a:buFont typeface="Times New Roman"/>
              <a:buNone/>
            </a:pPr>
            <a:r>
              <a:rPr b="1" i="0" lang="en-US" sz="2400" u="none">
                <a:solidFill>
                  <a:schemeClr val="lt1"/>
                </a:solidFill>
                <a:latin typeface="Times New Roman"/>
                <a:ea typeface="Times New Roman"/>
                <a:cs typeface="Times New Roman"/>
                <a:sym typeface="Times New Roman"/>
              </a:rPr>
              <a:t>Linux Commands</a:t>
            </a:r>
            <a:endParaRPr/>
          </a:p>
        </p:txBody>
      </p:sp>
      <p:sp>
        <p:nvSpPr>
          <p:cNvPr id="155" name="Google Shape;155;p13"/>
          <p:cNvSpPr/>
          <p:nvPr/>
        </p:nvSpPr>
        <p:spPr>
          <a:xfrm>
            <a:off x="0" y="4989512"/>
            <a:ext cx="106362" cy="1868487"/>
          </a:xfrm>
          <a:prstGeom prst="roundRect">
            <a:avLst>
              <a:gd fmla="val 291" name="adj"/>
            </a:avLst>
          </a:prstGeom>
          <a:solidFill>
            <a:srgbClr val="21426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56" name="Google Shape;156;p13"/>
          <p:cNvSpPr txBox="1"/>
          <p:nvPr>
            <p:ph idx="4294967295" type="body"/>
          </p:nvPr>
        </p:nvSpPr>
        <p:spPr>
          <a:xfrm>
            <a:off x="381000" y="1906587"/>
            <a:ext cx="8096250" cy="4319587"/>
          </a:xfrm>
          <a:prstGeom prst="rect">
            <a:avLst/>
          </a:prstGeom>
          <a:noFill/>
          <a:ln>
            <a:noFill/>
          </a:ln>
        </p:spPr>
        <p:txBody>
          <a:bodyPr anchorCtr="0" anchor="t" bIns="45700" lIns="91425" spcFirstLastPara="1" rIns="91425" wrap="square" tIns="45700">
            <a:noAutofit/>
          </a:bodyPr>
          <a:lstStyle/>
          <a:p>
            <a:pPr indent="-311150" lvl="0" marL="311150" marR="0" rtl="0" algn="just">
              <a:lnSpc>
                <a:spcPct val="100000"/>
              </a:lnSpc>
              <a:spcBef>
                <a:spcPts val="0"/>
              </a:spcBef>
              <a:spcAft>
                <a:spcPts val="0"/>
              </a:spcAft>
              <a:buClr>
                <a:srgbClr val="000000"/>
              </a:buClr>
              <a:buSzPts val="1080"/>
              <a:buFont typeface="Noto Sans Symbols"/>
              <a:buChar char="•"/>
            </a:pPr>
            <a:r>
              <a:rPr b="1" i="0" lang="en-US" sz="2400" u="none">
                <a:solidFill>
                  <a:srgbClr val="000066"/>
                </a:solidFill>
                <a:latin typeface="Arial"/>
                <a:ea typeface="Arial"/>
                <a:cs typeface="Arial"/>
                <a:sym typeface="Arial"/>
              </a:rPr>
              <a:t>To understand the working of the command and possible options use (man command)</a:t>
            </a:r>
            <a:endParaRPr/>
          </a:p>
          <a:p>
            <a:pPr indent="-311150" lvl="0" marL="311150" marR="0" rtl="0" algn="just">
              <a:lnSpc>
                <a:spcPct val="100000"/>
              </a:lnSpc>
              <a:spcBef>
                <a:spcPts val="1200"/>
              </a:spcBef>
              <a:spcAft>
                <a:spcPts val="0"/>
              </a:spcAft>
              <a:buClr>
                <a:srgbClr val="000000"/>
              </a:buClr>
              <a:buSzPts val="1080"/>
              <a:buFont typeface="Noto Sans Symbols"/>
              <a:buChar char="•"/>
            </a:pPr>
            <a:r>
              <a:rPr b="1" i="0" lang="en-US" sz="2400" u="none">
                <a:solidFill>
                  <a:srgbClr val="000066"/>
                </a:solidFill>
                <a:latin typeface="Arial"/>
                <a:ea typeface="Arial"/>
                <a:cs typeface="Arial"/>
                <a:sym typeface="Arial"/>
              </a:rPr>
              <a:t> Using the GNU Info System (info, info command)</a:t>
            </a:r>
            <a:endParaRPr/>
          </a:p>
          <a:p>
            <a:pPr indent="-311150" lvl="0" marL="311150" marR="0" rtl="0" algn="just">
              <a:lnSpc>
                <a:spcPct val="100000"/>
              </a:lnSpc>
              <a:spcBef>
                <a:spcPts val="1200"/>
              </a:spcBef>
              <a:spcAft>
                <a:spcPts val="0"/>
              </a:spcAft>
              <a:buClr>
                <a:srgbClr val="000000"/>
              </a:buClr>
              <a:buSzPts val="1080"/>
              <a:buFont typeface="Noto Sans Symbols"/>
              <a:buChar char="•"/>
            </a:pPr>
            <a:r>
              <a:rPr b="1" i="0" lang="en-US" sz="2400" u="none">
                <a:solidFill>
                  <a:srgbClr val="000066"/>
                </a:solidFill>
                <a:latin typeface="Arial"/>
                <a:ea typeface="Arial"/>
                <a:cs typeface="Arial"/>
                <a:sym typeface="Arial"/>
              </a:rPr>
              <a:t>Listing a Description of a Program (whatis command)</a:t>
            </a:r>
            <a:endParaRPr/>
          </a:p>
          <a:p>
            <a:pPr indent="-311150" lvl="0" marL="311150" marR="0" rtl="0" algn="just">
              <a:lnSpc>
                <a:spcPct val="100000"/>
              </a:lnSpc>
              <a:spcBef>
                <a:spcPts val="1200"/>
              </a:spcBef>
              <a:spcAft>
                <a:spcPts val="0"/>
              </a:spcAft>
              <a:buClr>
                <a:srgbClr val="000000"/>
              </a:buClr>
              <a:buSzPts val="1080"/>
              <a:buFont typeface="Noto Sans Symbols"/>
              <a:buChar char="•"/>
            </a:pPr>
            <a:r>
              <a:rPr b="1" i="0" lang="en-US" sz="2400" u="none">
                <a:solidFill>
                  <a:srgbClr val="000066"/>
                </a:solidFill>
                <a:latin typeface="Arial"/>
                <a:ea typeface="Arial"/>
                <a:cs typeface="Arial"/>
                <a:sym typeface="Arial"/>
              </a:rPr>
              <a:t>Many tools have a long−style option, `−−help', that outputs usage information about the tool, including the options and arguments the tool takes. Ex: </a:t>
            </a:r>
            <a:r>
              <a:rPr b="1" i="1" lang="en-US" sz="2400" u="none">
                <a:solidFill>
                  <a:srgbClr val="000066"/>
                </a:solidFill>
                <a:latin typeface="Arial"/>
                <a:ea typeface="Arial"/>
                <a:cs typeface="Arial"/>
                <a:sym typeface="Arial"/>
              </a:rPr>
              <a:t>whoami --help</a:t>
            </a:r>
            <a:endParaRPr/>
          </a:p>
          <a:p>
            <a:pPr indent="-225107" lvl="0" marL="392112" marR="0" rtl="0" algn="l">
              <a:lnSpc>
                <a:spcPct val="95000"/>
              </a:lnSpc>
              <a:spcBef>
                <a:spcPts val="0"/>
              </a:spcBef>
              <a:spcAft>
                <a:spcPts val="0"/>
              </a:spcAft>
              <a:buClr>
                <a:srgbClr val="000000"/>
              </a:buClr>
              <a:buSzPts val="1080"/>
              <a:buFont typeface="Noto Sans Symbols"/>
              <a:buNone/>
            </a:pPr>
            <a:r>
              <a:t/>
            </a:r>
            <a:endParaRPr b="1" i="1" sz="2400" u="none">
              <a:solidFill>
                <a:srgbClr val="000066"/>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0" name="Shape 160"/>
        <p:cNvGrpSpPr/>
        <p:nvPr/>
      </p:nvGrpSpPr>
      <p:grpSpPr>
        <a:xfrm>
          <a:off x="0" y="0"/>
          <a:ext cx="0" cy="0"/>
          <a:chOff x="0" y="0"/>
          <a:chExt cx="0" cy="0"/>
        </a:xfrm>
      </p:grpSpPr>
      <p:sp>
        <p:nvSpPr>
          <p:cNvPr id="161" name="Google Shape;161;p14"/>
          <p:cNvSpPr txBox="1"/>
          <p:nvPr>
            <p:ph idx="4294967295" type="title"/>
          </p:nvPr>
        </p:nvSpPr>
        <p:spPr>
          <a:xfrm>
            <a:off x="671512" y="568325"/>
            <a:ext cx="7805737" cy="1144587"/>
          </a:xfrm>
          <a:prstGeom prst="rect">
            <a:avLst/>
          </a:prstGeom>
          <a:noFill/>
          <a:ln>
            <a:noFill/>
          </a:ln>
        </p:spPr>
        <p:txBody>
          <a:bodyPr anchorCtr="0" anchor="ctr" bIns="0" lIns="0" spcFirstLastPara="1" rIns="0" wrap="square" tIns="0">
            <a:noAutofit/>
          </a:bodyPr>
          <a:lstStyle/>
          <a:p>
            <a:pPr indent="0" lvl="0" marL="1306512" marR="0" rtl="0" algn="ctr">
              <a:lnSpc>
                <a:spcPct val="100000"/>
              </a:lnSpc>
              <a:spcBef>
                <a:spcPts val="0"/>
              </a:spcBef>
              <a:spcAft>
                <a:spcPts val="0"/>
              </a:spcAft>
              <a:buClr>
                <a:srgbClr val="E4005C"/>
              </a:buClr>
              <a:buSzPts val="4000"/>
              <a:buFont typeface="Arial"/>
              <a:buNone/>
            </a:pPr>
            <a:r>
              <a:rPr b="1" i="0" lang="en-US" sz="4000" u="none">
                <a:solidFill>
                  <a:srgbClr val="E4005C"/>
                </a:solidFill>
                <a:latin typeface="Arial"/>
                <a:ea typeface="Arial"/>
                <a:cs typeface="Arial"/>
                <a:sym typeface="Arial"/>
              </a:rPr>
              <a:t>Pipes</a:t>
            </a:r>
            <a:endParaRPr/>
          </a:p>
        </p:txBody>
      </p:sp>
      <p:sp>
        <p:nvSpPr>
          <p:cNvPr id="162" name="Google Shape;162;p14"/>
          <p:cNvSpPr txBox="1"/>
          <p:nvPr>
            <p:ph idx="4294967295" type="body"/>
          </p:nvPr>
        </p:nvSpPr>
        <p:spPr>
          <a:xfrm>
            <a:off x="671512" y="1906587"/>
            <a:ext cx="3825875" cy="4319587"/>
          </a:xfrm>
          <a:prstGeom prst="rect">
            <a:avLst/>
          </a:prstGeom>
          <a:noFill/>
          <a:ln>
            <a:noFill/>
          </a:ln>
        </p:spPr>
        <p:txBody>
          <a:bodyPr anchorCtr="0" anchor="t" bIns="45700" lIns="91425" spcFirstLastPara="1" rIns="91425" wrap="square" tIns="45700">
            <a:noAutofit/>
          </a:bodyPr>
          <a:lstStyle/>
          <a:p>
            <a:pPr indent="-311150" lvl="0" marL="311150" marR="0" rtl="0" algn="l">
              <a:lnSpc>
                <a:spcPct val="80000"/>
              </a:lnSpc>
              <a:spcBef>
                <a:spcPts val="0"/>
              </a:spcBef>
              <a:spcAft>
                <a:spcPts val="0"/>
              </a:spcAft>
              <a:buClr>
                <a:srgbClr val="000000"/>
              </a:buClr>
              <a:buSzPts val="1080"/>
              <a:buFont typeface="Noto Sans Symbols"/>
              <a:buNone/>
            </a:pPr>
            <a:r>
              <a:t/>
            </a:r>
            <a:endParaRPr b="1" i="0" sz="2400" u="none">
              <a:solidFill>
                <a:srgbClr val="000066"/>
              </a:solidFill>
              <a:latin typeface="Arial"/>
              <a:ea typeface="Arial"/>
              <a:cs typeface="Arial"/>
              <a:sym typeface="Arial"/>
            </a:endParaRPr>
          </a:p>
          <a:p>
            <a:pPr indent="-225107" lvl="0" marL="392112" marR="0" rtl="0" algn="l">
              <a:lnSpc>
                <a:spcPct val="95000"/>
              </a:lnSpc>
              <a:spcBef>
                <a:spcPts val="0"/>
              </a:spcBef>
              <a:spcAft>
                <a:spcPts val="0"/>
              </a:spcAft>
              <a:buClr>
                <a:srgbClr val="000000"/>
              </a:buClr>
              <a:buSzPts val="1080"/>
              <a:buFont typeface="Noto Sans Symbols"/>
              <a:buNone/>
            </a:pPr>
            <a:r>
              <a:t/>
            </a:r>
            <a:endParaRPr b="1" i="0" sz="2400" u="none">
              <a:solidFill>
                <a:srgbClr val="000066"/>
              </a:solidFill>
              <a:latin typeface="Arial"/>
              <a:ea typeface="Arial"/>
              <a:cs typeface="Arial"/>
              <a:sym typeface="Arial"/>
            </a:endParaRPr>
          </a:p>
        </p:txBody>
      </p:sp>
      <p:sp>
        <p:nvSpPr>
          <p:cNvPr id="163" name="Google Shape;163;p14"/>
          <p:cNvSpPr/>
          <p:nvPr/>
        </p:nvSpPr>
        <p:spPr>
          <a:xfrm>
            <a:off x="0" y="0"/>
            <a:ext cx="9144000" cy="565150"/>
          </a:xfrm>
          <a:prstGeom prst="roundRect">
            <a:avLst>
              <a:gd fmla="val 55" name="adj"/>
            </a:avLst>
          </a:prstGeom>
          <a:solidFill>
            <a:srgbClr val="21426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64" name="Google Shape;164;p14"/>
          <p:cNvSpPr/>
          <p:nvPr/>
        </p:nvSpPr>
        <p:spPr>
          <a:xfrm>
            <a:off x="511175" y="1270000"/>
            <a:ext cx="247650" cy="247650"/>
          </a:xfrm>
          <a:prstGeom prst="roundRect">
            <a:avLst>
              <a:gd fmla="val 125" name="adj"/>
            </a:avLst>
          </a:prstGeom>
          <a:solidFill>
            <a:srgbClr val="21426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65" name="Google Shape;165;p14"/>
          <p:cNvSpPr/>
          <p:nvPr/>
        </p:nvSpPr>
        <p:spPr>
          <a:xfrm>
            <a:off x="635000" y="1392237"/>
            <a:ext cx="247650" cy="247650"/>
          </a:xfrm>
          <a:prstGeom prst="roundRect">
            <a:avLst>
              <a:gd fmla="val 125" name="adj"/>
            </a:avLst>
          </a:prstGeom>
          <a:solidFill>
            <a:srgbClr val="00B8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66" name="Google Shape;166;p14"/>
          <p:cNvSpPr/>
          <p:nvPr/>
        </p:nvSpPr>
        <p:spPr>
          <a:xfrm>
            <a:off x="969962" y="1552575"/>
            <a:ext cx="7407275" cy="36512"/>
          </a:xfrm>
          <a:prstGeom prst="roundRect">
            <a:avLst>
              <a:gd fmla="val 900" name="adj"/>
            </a:avLst>
          </a:prstGeom>
          <a:gradFill>
            <a:gsLst>
              <a:gs pos="0">
                <a:srgbClr val="008000"/>
              </a:gs>
              <a:gs pos="100000">
                <a:srgbClr val="800080"/>
              </a:gs>
            </a:gsLst>
            <a:lin ang="19799999"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67" name="Google Shape;167;p14"/>
          <p:cNvSpPr txBox="1"/>
          <p:nvPr/>
        </p:nvSpPr>
        <p:spPr>
          <a:xfrm>
            <a:off x="123825" y="104775"/>
            <a:ext cx="5819775" cy="347662"/>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Clr>
                <a:schemeClr val="lt1"/>
              </a:buClr>
              <a:buSzPts val="2400"/>
              <a:buFont typeface="Times New Roman"/>
              <a:buNone/>
            </a:pPr>
            <a:r>
              <a:rPr b="1" i="0" lang="en-US" sz="2400" u="none">
                <a:solidFill>
                  <a:schemeClr val="lt1"/>
                </a:solidFill>
                <a:latin typeface="Times New Roman"/>
                <a:ea typeface="Times New Roman"/>
                <a:cs typeface="Times New Roman"/>
                <a:sym typeface="Times New Roman"/>
              </a:rPr>
              <a:t>Linux Commands</a:t>
            </a:r>
            <a:endParaRPr/>
          </a:p>
        </p:txBody>
      </p:sp>
      <p:sp>
        <p:nvSpPr>
          <p:cNvPr id="168" name="Google Shape;168;p14"/>
          <p:cNvSpPr/>
          <p:nvPr/>
        </p:nvSpPr>
        <p:spPr>
          <a:xfrm>
            <a:off x="0" y="4989512"/>
            <a:ext cx="106362" cy="1868487"/>
          </a:xfrm>
          <a:prstGeom prst="roundRect">
            <a:avLst>
              <a:gd fmla="val 291" name="adj"/>
            </a:avLst>
          </a:prstGeom>
          <a:solidFill>
            <a:srgbClr val="21426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69" name="Google Shape;169;p14"/>
          <p:cNvSpPr txBox="1"/>
          <p:nvPr>
            <p:ph idx="4294967295" type="body"/>
          </p:nvPr>
        </p:nvSpPr>
        <p:spPr>
          <a:xfrm>
            <a:off x="381000" y="1906587"/>
            <a:ext cx="8096250" cy="4319587"/>
          </a:xfrm>
          <a:prstGeom prst="rect">
            <a:avLst/>
          </a:prstGeom>
          <a:noFill/>
          <a:ln>
            <a:noFill/>
          </a:ln>
        </p:spPr>
        <p:txBody>
          <a:bodyPr anchorCtr="0" anchor="t" bIns="45700" lIns="91425" spcFirstLastPara="1" rIns="91425" wrap="square" tIns="45700">
            <a:noAutofit/>
          </a:bodyPr>
          <a:lstStyle/>
          <a:p>
            <a:pPr indent="-311150" lvl="0" marL="311150" marR="0" rtl="0" algn="just">
              <a:lnSpc>
                <a:spcPct val="100000"/>
              </a:lnSpc>
              <a:spcBef>
                <a:spcPts val="0"/>
              </a:spcBef>
              <a:spcAft>
                <a:spcPts val="0"/>
              </a:spcAft>
              <a:buClr>
                <a:srgbClr val="000000"/>
              </a:buClr>
              <a:buSzPts val="1080"/>
              <a:buFont typeface="Noto Sans Symbols"/>
              <a:buChar char="•"/>
            </a:pPr>
            <a:r>
              <a:rPr b="1" i="0" lang="en-US" sz="2400" u="none">
                <a:solidFill>
                  <a:srgbClr val="000066"/>
                </a:solidFill>
                <a:latin typeface="Arial"/>
                <a:ea typeface="Arial"/>
                <a:cs typeface="Arial"/>
                <a:sym typeface="Arial"/>
              </a:rPr>
              <a:t>An important early development in Unix was the invention of "pipes," a way to pass the output of one tool to the input of another.</a:t>
            </a:r>
            <a:endParaRPr/>
          </a:p>
          <a:p>
            <a:pPr indent="-311150" lvl="0" marL="311150" marR="0" rtl="0" algn="just">
              <a:lnSpc>
                <a:spcPct val="100000"/>
              </a:lnSpc>
              <a:spcBef>
                <a:spcPts val="1200"/>
              </a:spcBef>
              <a:spcAft>
                <a:spcPts val="0"/>
              </a:spcAft>
              <a:buClr>
                <a:srgbClr val="000000"/>
              </a:buClr>
              <a:buSzPts val="1080"/>
              <a:buFont typeface="Noto Sans Symbols"/>
              <a:buNone/>
            </a:pPr>
            <a:r>
              <a:rPr b="1" i="0" lang="en-US" sz="2400" u="none">
                <a:solidFill>
                  <a:srgbClr val="000066"/>
                </a:solidFill>
                <a:latin typeface="Arial"/>
                <a:ea typeface="Arial"/>
                <a:cs typeface="Arial"/>
                <a:sym typeface="Arial"/>
              </a:rPr>
              <a:t>			eg.  $ who | wc −l</a:t>
            </a:r>
            <a:endParaRPr/>
          </a:p>
          <a:p>
            <a:pPr indent="-311150" lvl="0" marL="311150" marR="0" rtl="0" algn="just">
              <a:lnSpc>
                <a:spcPct val="100000"/>
              </a:lnSpc>
              <a:spcBef>
                <a:spcPts val="1200"/>
              </a:spcBef>
              <a:spcAft>
                <a:spcPts val="0"/>
              </a:spcAft>
              <a:buClr>
                <a:srgbClr val="000000"/>
              </a:buClr>
              <a:buSzPts val="1080"/>
              <a:buFont typeface="Noto Sans Symbols"/>
              <a:buNone/>
            </a:pPr>
            <a:r>
              <a:rPr b="1" i="0" lang="en-US" sz="2400" u="none">
                <a:solidFill>
                  <a:srgbClr val="000066"/>
                </a:solidFill>
                <a:latin typeface="Arial"/>
                <a:ea typeface="Arial"/>
                <a:cs typeface="Arial"/>
                <a:sym typeface="Arial"/>
              </a:rPr>
              <a:t>    By combining these two tools, giving the wc command the output of who, you can build a new command to list the number of users currently on the system</a:t>
            </a:r>
            <a:endParaRPr/>
          </a:p>
          <a:p>
            <a:pPr indent="-225107" lvl="0" marL="392112" marR="0" rtl="0" algn="l">
              <a:lnSpc>
                <a:spcPct val="95000"/>
              </a:lnSpc>
              <a:spcBef>
                <a:spcPts val="0"/>
              </a:spcBef>
              <a:spcAft>
                <a:spcPts val="0"/>
              </a:spcAft>
              <a:buClr>
                <a:srgbClr val="000000"/>
              </a:buClr>
              <a:buSzPts val="1080"/>
              <a:buFont typeface="Noto Sans Symbols"/>
              <a:buNone/>
            </a:pPr>
            <a:r>
              <a:t/>
            </a:r>
            <a:endParaRPr b="1" i="0" sz="2400" u="none">
              <a:solidFill>
                <a:srgbClr val="000066"/>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3" name="Shape 173"/>
        <p:cNvGrpSpPr/>
        <p:nvPr/>
      </p:nvGrpSpPr>
      <p:grpSpPr>
        <a:xfrm>
          <a:off x="0" y="0"/>
          <a:ext cx="0" cy="0"/>
          <a:chOff x="0" y="0"/>
          <a:chExt cx="0" cy="0"/>
        </a:xfrm>
      </p:grpSpPr>
      <p:sp>
        <p:nvSpPr>
          <p:cNvPr id="174" name="Google Shape;174;p15"/>
          <p:cNvSpPr txBox="1"/>
          <p:nvPr>
            <p:ph idx="4294967295" type="title"/>
          </p:nvPr>
        </p:nvSpPr>
        <p:spPr>
          <a:xfrm>
            <a:off x="0" y="568325"/>
            <a:ext cx="9144000" cy="1144587"/>
          </a:xfrm>
          <a:prstGeom prst="rect">
            <a:avLst/>
          </a:prstGeom>
          <a:noFill/>
          <a:ln>
            <a:noFill/>
          </a:ln>
        </p:spPr>
        <p:txBody>
          <a:bodyPr anchorCtr="0" anchor="ctr" bIns="0" lIns="0" spcFirstLastPara="1" rIns="0" wrap="square" tIns="0">
            <a:noAutofit/>
          </a:bodyPr>
          <a:lstStyle/>
          <a:p>
            <a:pPr indent="0" lvl="0" marL="1306512" marR="0" rtl="0" algn="ctr">
              <a:lnSpc>
                <a:spcPct val="100000"/>
              </a:lnSpc>
              <a:spcBef>
                <a:spcPts val="0"/>
              </a:spcBef>
              <a:spcAft>
                <a:spcPts val="0"/>
              </a:spcAft>
              <a:buClr>
                <a:srgbClr val="FF0066"/>
              </a:buClr>
              <a:buSzPts val="4000"/>
              <a:buFont typeface="Arial"/>
              <a:buNone/>
            </a:pPr>
            <a:r>
              <a:rPr b="1" i="0" lang="en-US" sz="4000" u="none">
                <a:solidFill>
                  <a:srgbClr val="FF0066"/>
                </a:solidFill>
                <a:latin typeface="Arial"/>
                <a:ea typeface="Arial"/>
                <a:cs typeface="Arial"/>
                <a:sym typeface="Arial"/>
              </a:rPr>
              <a:t>Linux File Management and Viewing</a:t>
            </a:r>
            <a:endParaRPr/>
          </a:p>
        </p:txBody>
      </p:sp>
      <p:sp>
        <p:nvSpPr>
          <p:cNvPr id="175" name="Google Shape;175;p15"/>
          <p:cNvSpPr txBox="1"/>
          <p:nvPr>
            <p:ph idx="4294967295" type="body"/>
          </p:nvPr>
        </p:nvSpPr>
        <p:spPr>
          <a:xfrm>
            <a:off x="671512" y="1906587"/>
            <a:ext cx="3825875" cy="4319587"/>
          </a:xfrm>
          <a:prstGeom prst="rect">
            <a:avLst/>
          </a:prstGeom>
          <a:noFill/>
          <a:ln>
            <a:noFill/>
          </a:ln>
        </p:spPr>
        <p:txBody>
          <a:bodyPr anchorCtr="0" anchor="t" bIns="45700" lIns="91425" spcFirstLastPara="1" rIns="91425" wrap="square" tIns="45700">
            <a:noAutofit/>
          </a:bodyPr>
          <a:lstStyle/>
          <a:p>
            <a:pPr indent="-311150" lvl="0" marL="311150" marR="0" rtl="0" algn="l">
              <a:lnSpc>
                <a:spcPct val="80000"/>
              </a:lnSpc>
              <a:spcBef>
                <a:spcPts val="0"/>
              </a:spcBef>
              <a:spcAft>
                <a:spcPts val="0"/>
              </a:spcAft>
              <a:buClr>
                <a:srgbClr val="000000"/>
              </a:buClr>
              <a:buSzPts val="1080"/>
              <a:buFont typeface="Noto Sans Symbols"/>
              <a:buNone/>
            </a:pPr>
            <a:r>
              <a:t/>
            </a:r>
            <a:endParaRPr b="1" i="0" sz="2400" u="none">
              <a:solidFill>
                <a:srgbClr val="000066"/>
              </a:solidFill>
              <a:latin typeface="Arial"/>
              <a:ea typeface="Arial"/>
              <a:cs typeface="Arial"/>
              <a:sym typeface="Arial"/>
            </a:endParaRPr>
          </a:p>
          <a:p>
            <a:pPr indent="-225107" lvl="0" marL="392112" marR="0" rtl="0" algn="l">
              <a:lnSpc>
                <a:spcPct val="95000"/>
              </a:lnSpc>
              <a:spcBef>
                <a:spcPts val="0"/>
              </a:spcBef>
              <a:spcAft>
                <a:spcPts val="0"/>
              </a:spcAft>
              <a:buClr>
                <a:srgbClr val="000000"/>
              </a:buClr>
              <a:buSzPts val="1080"/>
              <a:buFont typeface="Noto Sans Symbols"/>
              <a:buNone/>
            </a:pPr>
            <a:r>
              <a:t/>
            </a:r>
            <a:endParaRPr b="1" i="0" sz="2400" u="none">
              <a:solidFill>
                <a:srgbClr val="000066"/>
              </a:solidFill>
              <a:latin typeface="Arial"/>
              <a:ea typeface="Arial"/>
              <a:cs typeface="Arial"/>
              <a:sym typeface="Arial"/>
            </a:endParaRPr>
          </a:p>
        </p:txBody>
      </p:sp>
      <p:sp>
        <p:nvSpPr>
          <p:cNvPr id="176" name="Google Shape;176;p15"/>
          <p:cNvSpPr/>
          <p:nvPr/>
        </p:nvSpPr>
        <p:spPr>
          <a:xfrm>
            <a:off x="0" y="0"/>
            <a:ext cx="9144000" cy="565150"/>
          </a:xfrm>
          <a:prstGeom prst="roundRect">
            <a:avLst>
              <a:gd fmla="val 55" name="adj"/>
            </a:avLst>
          </a:prstGeom>
          <a:solidFill>
            <a:srgbClr val="21426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77" name="Google Shape;177;p15"/>
          <p:cNvSpPr/>
          <p:nvPr/>
        </p:nvSpPr>
        <p:spPr>
          <a:xfrm>
            <a:off x="511175" y="1270000"/>
            <a:ext cx="247650" cy="247650"/>
          </a:xfrm>
          <a:prstGeom prst="roundRect">
            <a:avLst>
              <a:gd fmla="val 125" name="adj"/>
            </a:avLst>
          </a:prstGeom>
          <a:solidFill>
            <a:srgbClr val="21426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78" name="Google Shape;178;p15"/>
          <p:cNvSpPr/>
          <p:nvPr/>
        </p:nvSpPr>
        <p:spPr>
          <a:xfrm>
            <a:off x="635000" y="1392237"/>
            <a:ext cx="247650" cy="247650"/>
          </a:xfrm>
          <a:prstGeom prst="roundRect">
            <a:avLst>
              <a:gd fmla="val 125" name="adj"/>
            </a:avLst>
          </a:prstGeom>
          <a:solidFill>
            <a:srgbClr val="00B8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79" name="Google Shape;179;p15"/>
          <p:cNvSpPr/>
          <p:nvPr/>
        </p:nvSpPr>
        <p:spPr>
          <a:xfrm>
            <a:off x="969962" y="1552575"/>
            <a:ext cx="7407275" cy="36512"/>
          </a:xfrm>
          <a:prstGeom prst="roundRect">
            <a:avLst>
              <a:gd fmla="val 900" name="adj"/>
            </a:avLst>
          </a:prstGeom>
          <a:gradFill>
            <a:gsLst>
              <a:gs pos="0">
                <a:srgbClr val="008000"/>
              </a:gs>
              <a:gs pos="100000">
                <a:srgbClr val="800080"/>
              </a:gs>
            </a:gsLst>
            <a:lin ang="19799999"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80" name="Google Shape;180;p15"/>
          <p:cNvSpPr txBox="1"/>
          <p:nvPr/>
        </p:nvSpPr>
        <p:spPr>
          <a:xfrm>
            <a:off x="123825" y="104775"/>
            <a:ext cx="5819775" cy="347662"/>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Clr>
                <a:schemeClr val="lt1"/>
              </a:buClr>
              <a:buSzPts val="2400"/>
              <a:buFont typeface="Times New Roman"/>
              <a:buNone/>
            </a:pPr>
            <a:r>
              <a:rPr b="1" i="0" lang="en-US" sz="2400" u="none">
                <a:solidFill>
                  <a:schemeClr val="lt1"/>
                </a:solidFill>
                <a:latin typeface="Times New Roman"/>
                <a:ea typeface="Times New Roman"/>
                <a:cs typeface="Times New Roman"/>
                <a:sym typeface="Times New Roman"/>
              </a:rPr>
              <a:t>Linux Commands</a:t>
            </a:r>
            <a:endParaRPr/>
          </a:p>
        </p:txBody>
      </p:sp>
      <p:sp>
        <p:nvSpPr>
          <p:cNvPr id="181" name="Google Shape;181;p15"/>
          <p:cNvSpPr/>
          <p:nvPr/>
        </p:nvSpPr>
        <p:spPr>
          <a:xfrm>
            <a:off x="0" y="4989512"/>
            <a:ext cx="106362" cy="1868487"/>
          </a:xfrm>
          <a:prstGeom prst="roundRect">
            <a:avLst>
              <a:gd fmla="val 291" name="adj"/>
            </a:avLst>
          </a:prstGeom>
          <a:solidFill>
            <a:srgbClr val="21426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82" name="Google Shape;182;p15"/>
          <p:cNvSpPr txBox="1"/>
          <p:nvPr>
            <p:ph idx="4294967295" type="body"/>
          </p:nvPr>
        </p:nvSpPr>
        <p:spPr>
          <a:xfrm>
            <a:off x="381000" y="1828800"/>
            <a:ext cx="8096250" cy="4319587"/>
          </a:xfrm>
          <a:prstGeom prst="rect">
            <a:avLst/>
          </a:prstGeom>
          <a:noFill/>
          <a:ln>
            <a:noFill/>
          </a:ln>
        </p:spPr>
        <p:txBody>
          <a:bodyPr anchorCtr="0" anchor="t" bIns="45700" lIns="91425" spcFirstLastPara="1" rIns="91425" wrap="square" tIns="45700">
            <a:noAutofit/>
          </a:bodyPr>
          <a:lstStyle/>
          <a:p>
            <a:pPr indent="-311150" lvl="0" marL="311150" marR="0" rtl="0" algn="l">
              <a:lnSpc>
                <a:spcPct val="80000"/>
              </a:lnSpc>
              <a:spcBef>
                <a:spcPts val="0"/>
              </a:spcBef>
              <a:spcAft>
                <a:spcPts val="0"/>
              </a:spcAft>
              <a:buClr>
                <a:srgbClr val="000000"/>
              </a:buClr>
              <a:buSzPts val="1080"/>
              <a:buFont typeface="Noto Sans Symbols"/>
              <a:buNone/>
            </a:pPr>
            <a:r>
              <a:rPr b="1" i="0" lang="en-US" sz="2400" u="none">
                <a:solidFill>
                  <a:srgbClr val="000066"/>
                </a:solidFill>
                <a:latin typeface="Arial"/>
                <a:ea typeface="Arial"/>
                <a:cs typeface="Arial"/>
                <a:sym typeface="Arial"/>
              </a:rPr>
              <a:t>File and Directory management</a:t>
            </a:r>
            <a:br>
              <a:rPr b="1" i="0" lang="en-US" sz="2400" u="none">
                <a:solidFill>
                  <a:srgbClr val="000066"/>
                </a:solidFill>
                <a:latin typeface="Arial"/>
                <a:ea typeface="Arial"/>
                <a:cs typeface="Arial"/>
                <a:sym typeface="Arial"/>
              </a:rPr>
            </a:br>
            <a:endParaRPr/>
          </a:p>
          <a:p>
            <a:pPr indent="-311150" lvl="0" marL="311150" marR="0" rtl="0" algn="just">
              <a:lnSpc>
                <a:spcPct val="80000"/>
              </a:lnSpc>
              <a:spcBef>
                <a:spcPts val="1200"/>
              </a:spcBef>
              <a:spcAft>
                <a:spcPts val="0"/>
              </a:spcAft>
              <a:buClr>
                <a:srgbClr val="000000"/>
              </a:buClr>
              <a:buSzPts val="1080"/>
              <a:buFont typeface="Noto Sans Symbols"/>
              <a:buChar char="•"/>
            </a:pPr>
            <a:r>
              <a:rPr b="1" i="0" lang="en-US" sz="2400" u="none">
                <a:solidFill>
                  <a:srgbClr val="000066"/>
                </a:solidFill>
                <a:latin typeface="Arial"/>
                <a:ea typeface="Arial"/>
                <a:cs typeface="Arial"/>
                <a:sym typeface="Arial"/>
              </a:rPr>
              <a:t>cd </a:t>
            </a:r>
            <a:r>
              <a:rPr b="0" i="0" lang="en-US" sz="2400" u="none">
                <a:solidFill>
                  <a:srgbClr val="000066"/>
                </a:solidFill>
                <a:latin typeface="Arial"/>
                <a:ea typeface="Arial"/>
                <a:cs typeface="Arial"/>
                <a:sym typeface="Arial"/>
              </a:rPr>
              <a:t>Change the current directory. With no arguments "cd" changes to the users home directory. (cd &lt;directory path&gt;)</a:t>
            </a:r>
            <a:endParaRPr/>
          </a:p>
          <a:p>
            <a:pPr indent="-311150" lvl="0" marL="311150" marR="0" rtl="0" algn="just">
              <a:lnSpc>
                <a:spcPct val="80000"/>
              </a:lnSpc>
              <a:spcBef>
                <a:spcPts val="1200"/>
              </a:spcBef>
              <a:spcAft>
                <a:spcPts val="0"/>
              </a:spcAft>
              <a:buClr>
                <a:srgbClr val="000000"/>
              </a:buClr>
              <a:buSzPts val="1080"/>
              <a:buFont typeface="Noto Sans Symbols"/>
              <a:buChar char="•"/>
            </a:pPr>
            <a:r>
              <a:rPr b="1" i="0" lang="en-US" sz="2400" u="none">
                <a:solidFill>
                  <a:srgbClr val="000066"/>
                </a:solidFill>
                <a:latin typeface="Arial"/>
                <a:ea typeface="Arial"/>
                <a:cs typeface="Arial"/>
                <a:sym typeface="Arial"/>
              </a:rPr>
              <a:t>chmod</a:t>
            </a:r>
            <a:r>
              <a:rPr b="0" i="0" lang="en-US" sz="2400" u="none">
                <a:solidFill>
                  <a:srgbClr val="000066"/>
                </a:solidFill>
                <a:latin typeface="Arial"/>
                <a:ea typeface="Arial"/>
                <a:cs typeface="Arial"/>
                <a:sym typeface="Arial"/>
              </a:rPr>
              <a:t> Change the file permissions. </a:t>
            </a:r>
            <a:endParaRPr/>
          </a:p>
          <a:p>
            <a:pPr indent="-311150" lvl="0" marL="311150" marR="0" rtl="0" algn="just">
              <a:lnSpc>
                <a:spcPct val="80000"/>
              </a:lnSpc>
              <a:spcBef>
                <a:spcPts val="1200"/>
              </a:spcBef>
              <a:spcAft>
                <a:spcPts val="0"/>
              </a:spcAft>
              <a:buClr>
                <a:srgbClr val="000000"/>
              </a:buClr>
              <a:buSzPts val="1080"/>
              <a:buFont typeface="Noto Sans Symbols"/>
              <a:buNone/>
            </a:pPr>
            <a:r>
              <a:rPr b="0" i="0" lang="en-US" sz="2400" u="none">
                <a:solidFill>
                  <a:srgbClr val="000066"/>
                </a:solidFill>
                <a:latin typeface="Arial"/>
                <a:ea typeface="Arial"/>
                <a:cs typeface="Arial"/>
                <a:sym typeface="Arial"/>
              </a:rPr>
              <a:t>    Ex: chmod 751 myfile : change the file permissions to rwx for owner, rx for group and x for others</a:t>
            </a:r>
            <a:endParaRPr/>
          </a:p>
          <a:p>
            <a:pPr indent="-311150" lvl="0" marL="311150" marR="0" rtl="0" algn="just">
              <a:lnSpc>
                <a:spcPct val="80000"/>
              </a:lnSpc>
              <a:spcBef>
                <a:spcPts val="1200"/>
              </a:spcBef>
              <a:spcAft>
                <a:spcPts val="0"/>
              </a:spcAft>
              <a:buClr>
                <a:srgbClr val="000000"/>
              </a:buClr>
              <a:buSzPts val="1080"/>
              <a:buFont typeface="Noto Sans Symbols"/>
              <a:buNone/>
            </a:pPr>
            <a:r>
              <a:rPr b="0" i="0" lang="en-US" sz="2400" u="none">
                <a:solidFill>
                  <a:srgbClr val="000066"/>
                </a:solidFill>
                <a:latin typeface="Arial"/>
                <a:ea typeface="Arial"/>
                <a:cs typeface="Arial"/>
                <a:sym typeface="Arial"/>
              </a:rPr>
              <a:t>    Ex: chmod go=+r myfile : Add read permission for the group and others (character meanings u-user, g-group, o-other, + add permission,-remove,r-read,w-write,x-exe) </a:t>
            </a:r>
            <a:br>
              <a:rPr b="0" i="0" lang="en-US" sz="2400" u="none">
                <a:solidFill>
                  <a:srgbClr val="000066"/>
                </a:solidFill>
                <a:latin typeface="Arial"/>
                <a:ea typeface="Arial"/>
                <a:cs typeface="Arial"/>
                <a:sym typeface="Arial"/>
              </a:rPr>
            </a:br>
            <a:br>
              <a:rPr b="0" i="0" lang="en-US" sz="2400" u="none">
                <a:solidFill>
                  <a:srgbClr val="000066"/>
                </a:solidFill>
                <a:latin typeface="Arial"/>
                <a:ea typeface="Arial"/>
                <a:cs typeface="Arial"/>
                <a:sym typeface="Arial"/>
              </a:rPr>
            </a:br>
            <a:r>
              <a:rPr b="0" i="0" lang="en-US" sz="2400" u="none">
                <a:solidFill>
                  <a:srgbClr val="000066"/>
                </a:solidFill>
                <a:latin typeface="Arial"/>
                <a:ea typeface="Arial"/>
                <a:cs typeface="Arial"/>
                <a:sym typeface="Arial"/>
              </a:rPr>
              <a:t>Ex: chmod +s myfile - Setuid bit on the file which allows the program to run with user or group privileges of the file.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6" name="Shape 186"/>
        <p:cNvGrpSpPr/>
        <p:nvPr/>
      </p:nvGrpSpPr>
      <p:grpSpPr>
        <a:xfrm>
          <a:off x="0" y="0"/>
          <a:ext cx="0" cy="0"/>
          <a:chOff x="0" y="0"/>
          <a:chExt cx="0" cy="0"/>
        </a:xfrm>
      </p:grpSpPr>
      <p:sp>
        <p:nvSpPr>
          <p:cNvPr id="187" name="Google Shape;187;p16"/>
          <p:cNvSpPr txBox="1"/>
          <p:nvPr>
            <p:ph idx="4294967295" type="title"/>
          </p:nvPr>
        </p:nvSpPr>
        <p:spPr>
          <a:xfrm>
            <a:off x="0" y="568325"/>
            <a:ext cx="9144000" cy="1144587"/>
          </a:xfrm>
          <a:prstGeom prst="rect">
            <a:avLst/>
          </a:prstGeom>
          <a:noFill/>
          <a:ln>
            <a:noFill/>
          </a:ln>
        </p:spPr>
        <p:txBody>
          <a:bodyPr anchorCtr="0" anchor="ctr" bIns="0" lIns="0" spcFirstLastPara="1" rIns="0" wrap="square" tIns="0">
            <a:noAutofit/>
          </a:bodyPr>
          <a:lstStyle/>
          <a:p>
            <a:pPr indent="0" lvl="0" marL="1306512" marR="0" rtl="0" algn="ctr">
              <a:lnSpc>
                <a:spcPct val="100000"/>
              </a:lnSpc>
              <a:spcBef>
                <a:spcPts val="0"/>
              </a:spcBef>
              <a:spcAft>
                <a:spcPts val="0"/>
              </a:spcAft>
              <a:buClr>
                <a:srgbClr val="FF0066"/>
              </a:buClr>
              <a:buSzPts val="4000"/>
              <a:buFont typeface="Arial"/>
              <a:buNone/>
            </a:pPr>
            <a:r>
              <a:rPr b="1" i="0" lang="en-US" sz="4000" u="none">
                <a:solidFill>
                  <a:srgbClr val="FF0066"/>
                </a:solidFill>
                <a:latin typeface="Arial"/>
                <a:ea typeface="Arial"/>
                <a:cs typeface="Arial"/>
                <a:sym typeface="Arial"/>
              </a:rPr>
              <a:t>Linux File Management and Viewing</a:t>
            </a:r>
            <a:endParaRPr/>
          </a:p>
        </p:txBody>
      </p:sp>
      <p:sp>
        <p:nvSpPr>
          <p:cNvPr id="188" name="Google Shape;188;p16"/>
          <p:cNvSpPr txBox="1"/>
          <p:nvPr>
            <p:ph idx="4294967295" type="body"/>
          </p:nvPr>
        </p:nvSpPr>
        <p:spPr>
          <a:xfrm>
            <a:off x="671512" y="1906587"/>
            <a:ext cx="3825875" cy="4319587"/>
          </a:xfrm>
          <a:prstGeom prst="rect">
            <a:avLst/>
          </a:prstGeom>
          <a:noFill/>
          <a:ln>
            <a:noFill/>
          </a:ln>
        </p:spPr>
        <p:txBody>
          <a:bodyPr anchorCtr="0" anchor="t" bIns="45700" lIns="91425" spcFirstLastPara="1" rIns="91425" wrap="square" tIns="45700">
            <a:noAutofit/>
          </a:bodyPr>
          <a:lstStyle/>
          <a:p>
            <a:pPr indent="-311150" lvl="0" marL="311150" marR="0" rtl="0" algn="l">
              <a:lnSpc>
                <a:spcPct val="80000"/>
              </a:lnSpc>
              <a:spcBef>
                <a:spcPts val="0"/>
              </a:spcBef>
              <a:spcAft>
                <a:spcPts val="0"/>
              </a:spcAft>
              <a:buClr>
                <a:srgbClr val="000000"/>
              </a:buClr>
              <a:buSzPts val="1080"/>
              <a:buFont typeface="Noto Sans Symbols"/>
              <a:buNone/>
            </a:pPr>
            <a:r>
              <a:t/>
            </a:r>
            <a:endParaRPr b="1" i="0" sz="2400" u="none">
              <a:solidFill>
                <a:srgbClr val="000066"/>
              </a:solidFill>
              <a:latin typeface="Arial"/>
              <a:ea typeface="Arial"/>
              <a:cs typeface="Arial"/>
              <a:sym typeface="Arial"/>
            </a:endParaRPr>
          </a:p>
          <a:p>
            <a:pPr indent="-225107" lvl="0" marL="392112" marR="0" rtl="0" algn="l">
              <a:lnSpc>
                <a:spcPct val="95000"/>
              </a:lnSpc>
              <a:spcBef>
                <a:spcPts val="0"/>
              </a:spcBef>
              <a:spcAft>
                <a:spcPts val="0"/>
              </a:spcAft>
              <a:buClr>
                <a:srgbClr val="000000"/>
              </a:buClr>
              <a:buSzPts val="1080"/>
              <a:buFont typeface="Noto Sans Symbols"/>
              <a:buNone/>
            </a:pPr>
            <a:r>
              <a:t/>
            </a:r>
            <a:endParaRPr b="1" i="0" sz="2400" u="none">
              <a:solidFill>
                <a:srgbClr val="000066"/>
              </a:solidFill>
              <a:latin typeface="Arial"/>
              <a:ea typeface="Arial"/>
              <a:cs typeface="Arial"/>
              <a:sym typeface="Arial"/>
            </a:endParaRPr>
          </a:p>
        </p:txBody>
      </p:sp>
      <p:sp>
        <p:nvSpPr>
          <p:cNvPr id="189" name="Google Shape;189;p16"/>
          <p:cNvSpPr/>
          <p:nvPr/>
        </p:nvSpPr>
        <p:spPr>
          <a:xfrm>
            <a:off x="0" y="0"/>
            <a:ext cx="9144000" cy="565150"/>
          </a:xfrm>
          <a:prstGeom prst="roundRect">
            <a:avLst>
              <a:gd fmla="val 55" name="adj"/>
            </a:avLst>
          </a:prstGeom>
          <a:solidFill>
            <a:srgbClr val="21426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90" name="Google Shape;190;p16"/>
          <p:cNvSpPr/>
          <p:nvPr/>
        </p:nvSpPr>
        <p:spPr>
          <a:xfrm>
            <a:off x="511175" y="1270000"/>
            <a:ext cx="247650" cy="247650"/>
          </a:xfrm>
          <a:prstGeom prst="roundRect">
            <a:avLst>
              <a:gd fmla="val 125" name="adj"/>
            </a:avLst>
          </a:prstGeom>
          <a:solidFill>
            <a:srgbClr val="21426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91" name="Google Shape;191;p16"/>
          <p:cNvSpPr/>
          <p:nvPr/>
        </p:nvSpPr>
        <p:spPr>
          <a:xfrm>
            <a:off x="635000" y="1392237"/>
            <a:ext cx="247650" cy="247650"/>
          </a:xfrm>
          <a:prstGeom prst="roundRect">
            <a:avLst>
              <a:gd fmla="val 125" name="adj"/>
            </a:avLst>
          </a:prstGeom>
          <a:solidFill>
            <a:srgbClr val="00B8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92" name="Google Shape;192;p16"/>
          <p:cNvSpPr/>
          <p:nvPr/>
        </p:nvSpPr>
        <p:spPr>
          <a:xfrm>
            <a:off x="969962" y="1552575"/>
            <a:ext cx="7407275" cy="36512"/>
          </a:xfrm>
          <a:prstGeom prst="roundRect">
            <a:avLst>
              <a:gd fmla="val 900" name="adj"/>
            </a:avLst>
          </a:prstGeom>
          <a:gradFill>
            <a:gsLst>
              <a:gs pos="0">
                <a:srgbClr val="008000"/>
              </a:gs>
              <a:gs pos="100000">
                <a:srgbClr val="800080"/>
              </a:gs>
            </a:gsLst>
            <a:lin ang="19799999"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93" name="Google Shape;193;p16"/>
          <p:cNvSpPr txBox="1"/>
          <p:nvPr/>
        </p:nvSpPr>
        <p:spPr>
          <a:xfrm>
            <a:off x="123825" y="104775"/>
            <a:ext cx="5819775" cy="347662"/>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Clr>
                <a:schemeClr val="lt1"/>
              </a:buClr>
              <a:buSzPts val="2400"/>
              <a:buFont typeface="Times New Roman"/>
              <a:buNone/>
            </a:pPr>
            <a:r>
              <a:rPr b="1" i="0" lang="en-US" sz="2400" u="none">
                <a:solidFill>
                  <a:schemeClr val="lt1"/>
                </a:solidFill>
                <a:latin typeface="Times New Roman"/>
                <a:ea typeface="Times New Roman"/>
                <a:cs typeface="Times New Roman"/>
                <a:sym typeface="Times New Roman"/>
              </a:rPr>
              <a:t>Linux Commands</a:t>
            </a:r>
            <a:endParaRPr/>
          </a:p>
        </p:txBody>
      </p:sp>
      <p:sp>
        <p:nvSpPr>
          <p:cNvPr id="194" name="Google Shape;194;p16"/>
          <p:cNvSpPr/>
          <p:nvPr/>
        </p:nvSpPr>
        <p:spPr>
          <a:xfrm>
            <a:off x="0" y="4989512"/>
            <a:ext cx="106362" cy="1868487"/>
          </a:xfrm>
          <a:prstGeom prst="roundRect">
            <a:avLst>
              <a:gd fmla="val 291" name="adj"/>
            </a:avLst>
          </a:prstGeom>
          <a:solidFill>
            <a:srgbClr val="21426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95" name="Google Shape;195;p16"/>
          <p:cNvSpPr txBox="1"/>
          <p:nvPr>
            <p:ph idx="4294967295" type="body"/>
          </p:nvPr>
        </p:nvSpPr>
        <p:spPr>
          <a:xfrm>
            <a:off x="381000" y="1524000"/>
            <a:ext cx="8096250" cy="4319587"/>
          </a:xfrm>
          <a:prstGeom prst="rect">
            <a:avLst/>
          </a:prstGeom>
          <a:noFill/>
          <a:ln>
            <a:noFill/>
          </a:ln>
        </p:spPr>
        <p:txBody>
          <a:bodyPr anchorCtr="0" anchor="t" bIns="45700" lIns="91425" spcFirstLastPara="1" rIns="91425" wrap="square" tIns="45700">
            <a:noAutofit/>
          </a:bodyPr>
          <a:lstStyle/>
          <a:p>
            <a:pPr indent="-311150" lvl="0" marL="311150" marR="0" rtl="0" algn="l">
              <a:lnSpc>
                <a:spcPct val="100000"/>
              </a:lnSpc>
              <a:spcBef>
                <a:spcPts val="0"/>
              </a:spcBef>
              <a:spcAft>
                <a:spcPts val="0"/>
              </a:spcAft>
              <a:buClr>
                <a:srgbClr val="000000"/>
              </a:buClr>
              <a:buSzPts val="900"/>
              <a:buFont typeface="Noto Sans Symbols"/>
              <a:buNone/>
            </a:pPr>
            <a:r>
              <a:rPr b="0" i="0" lang="en-US" sz="2000" u="none">
                <a:solidFill>
                  <a:srgbClr val="000066"/>
                </a:solidFill>
                <a:latin typeface="Arial"/>
                <a:ea typeface="Arial"/>
                <a:cs typeface="Arial"/>
                <a:sym typeface="Arial"/>
              </a:rPr>
              <a:t>There are three such special permissions within Linux. They are:</a:t>
            </a:r>
            <a:endParaRPr/>
          </a:p>
          <a:p>
            <a:pPr indent="-311150" lvl="0" marL="311150" marR="0" rtl="0" algn="just">
              <a:lnSpc>
                <a:spcPct val="100000"/>
              </a:lnSpc>
              <a:spcBef>
                <a:spcPts val="400"/>
              </a:spcBef>
              <a:spcAft>
                <a:spcPts val="0"/>
              </a:spcAft>
              <a:buClr>
                <a:srgbClr val="000000"/>
              </a:buClr>
              <a:buSzPts val="900"/>
              <a:buFont typeface="Noto Sans Symbols"/>
              <a:buChar char="•"/>
            </a:pPr>
            <a:r>
              <a:rPr b="1" i="1" lang="en-US" sz="2000" u="none">
                <a:solidFill>
                  <a:srgbClr val="000066"/>
                </a:solidFill>
                <a:latin typeface="Arial"/>
                <a:ea typeface="Arial"/>
                <a:cs typeface="Arial"/>
                <a:sym typeface="Arial"/>
              </a:rPr>
              <a:t>setuid</a:t>
            </a:r>
            <a:r>
              <a:rPr b="0" i="0" lang="en-US" sz="2000" u="none">
                <a:solidFill>
                  <a:srgbClr val="000066"/>
                </a:solidFill>
                <a:latin typeface="Arial"/>
                <a:ea typeface="Arial"/>
                <a:cs typeface="Arial"/>
                <a:sym typeface="Arial"/>
              </a:rPr>
              <a:t> — used only for applications, this permission indicates that the application is to run as the owner of the file and not as the user executing the application. It is indicated by the character s in place of the x in the owner category. If the owner of the file does not have execute permissions, the S is capitalized to reflect this fact.</a:t>
            </a:r>
            <a:endParaRPr/>
          </a:p>
          <a:p>
            <a:pPr indent="-311150" lvl="0" marL="311150" marR="0" rtl="0" algn="just">
              <a:lnSpc>
                <a:spcPct val="100000"/>
              </a:lnSpc>
              <a:spcBef>
                <a:spcPts val="400"/>
              </a:spcBef>
              <a:spcAft>
                <a:spcPts val="0"/>
              </a:spcAft>
              <a:buClr>
                <a:srgbClr val="000000"/>
              </a:buClr>
              <a:buSzPts val="900"/>
              <a:buFont typeface="Noto Sans Symbols"/>
              <a:buChar char="•"/>
            </a:pPr>
            <a:r>
              <a:rPr b="1" i="1" lang="en-US" sz="2000" u="none">
                <a:solidFill>
                  <a:srgbClr val="000066"/>
                </a:solidFill>
                <a:latin typeface="Arial"/>
                <a:ea typeface="Arial"/>
                <a:cs typeface="Arial"/>
                <a:sym typeface="Arial"/>
              </a:rPr>
              <a:t>setgid</a:t>
            </a:r>
            <a:r>
              <a:rPr b="1" i="0" lang="en-US" sz="2000" u="none">
                <a:solidFill>
                  <a:srgbClr val="000066"/>
                </a:solidFill>
                <a:latin typeface="Arial"/>
                <a:ea typeface="Arial"/>
                <a:cs typeface="Arial"/>
                <a:sym typeface="Arial"/>
              </a:rPr>
              <a:t> </a:t>
            </a:r>
            <a:r>
              <a:rPr b="0" i="0" lang="en-US" sz="2000" u="none">
                <a:solidFill>
                  <a:srgbClr val="000066"/>
                </a:solidFill>
                <a:latin typeface="Arial"/>
                <a:ea typeface="Arial"/>
                <a:cs typeface="Arial"/>
                <a:sym typeface="Arial"/>
              </a:rPr>
              <a:t>— used primarily for applications, this permission indicates that the application is to run as the group owning the file and not as the group of the user executing the application. The setgid permission is indicated by the character s in place of the x in the group category. If the group owner of the file or directory does not have execute permissions, the S is capitalized to reflect this fact.</a:t>
            </a:r>
            <a:endParaRPr/>
          </a:p>
          <a:p>
            <a:pPr indent="-311150" lvl="0" marL="311150" marR="0" rtl="0" algn="just">
              <a:lnSpc>
                <a:spcPct val="100000"/>
              </a:lnSpc>
              <a:spcBef>
                <a:spcPts val="400"/>
              </a:spcBef>
              <a:spcAft>
                <a:spcPts val="0"/>
              </a:spcAft>
              <a:buClr>
                <a:srgbClr val="000000"/>
              </a:buClr>
              <a:buSzPts val="900"/>
              <a:buFont typeface="Noto Sans Symbols"/>
              <a:buChar char="•"/>
            </a:pPr>
            <a:r>
              <a:rPr b="1" i="1" lang="en-US" sz="2000" u="none">
                <a:solidFill>
                  <a:srgbClr val="000066"/>
                </a:solidFill>
                <a:latin typeface="Arial"/>
                <a:ea typeface="Arial"/>
                <a:cs typeface="Arial"/>
                <a:sym typeface="Arial"/>
              </a:rPr>
              <a:t>sticky bit</a:t>
            </a:r>
            <a:r>
              <a:rPr b="0" i="0" lang="en-US" sz="2000" u="none">
                <a:solidFill>
                  <a:srgbClr val="000066"/>
                </a:solidFill>
                <a:latin typeface="Arial"/>
                <a:ea typeface="Arial"/>
                <a:cs typeface="Arial"/>
                <a:sym typeface="Arial"/>
              </a:rPr>
              <a:t> — used primarily on directories, this bit dictates that a file created in the directory can be removed only by the user that created the file. It is indicated by the character t in place of the x in the everyone category. If the everyone category does not have execute permissions, the T is capitalized to reflect this fact.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9" name="Shape 199"/>
        <p:cNvGrpSpPr/>
        <p:nvPr/>
      </p:nvGrpSpPr>
      <p:grpSpPr>
        <a:xfrm>
          <a:off x="0" y="0"/>
          <a:ext cx="0" cy="0"/>
          <a:chOff x="0" y="0"/>
          <a:chExt cx="0" cy="0"/>
        </a:xfrm>
      </p:grpSpPr>
      <p:sp>
        <p:nvSpPr>
          <p:cNvPr id="200" name="Google Shape;200;p17"/>
          <p:cNvSpPr txBox="1"/>
          <p:nvPr>
            <p:ph idx="4294967295" type="title"/>
          </p:nvPr>
        </p:nvSpPr>
        <p:spPr>
          <a:xfrm>
            <a:off x="0" y="568325"/>
            <a:ext cx="9144000" cy="1144587"/>
          </a:xfrm>
          <a:prstGeom prst="rect">
            <a:avLst/>
          </a:prstGeom>
          <a:noFill/>
          <a:ln>
            <a:noFill/>
          </a:ln>
        </p:spPr>
        <p:txBody>
          <a:bodyPr anchorCtr="0" anchor="ctr" bIns="0" lIns="0" spcFirstLastPara="1" rIns="0" wrap="square" tIns="0">
            <a:noAutofit/>
          </a:bodyPr>
          <a:lstStyle/>
          <a:p>
            <a:pPr indent="0" lvl="0" marL="1306512" marR="0" rtl="0" algn="l">
              <a:lnSpc>
                <a:spcPct val="100000"/>
              </a:lnSpc>
              <a:spcBef>
                <a:spcPts val="0"/>
              </a:spcBef>
              <a:spcAft>
                <a:spcPts val="0"/>
              </a:spcAft>
              <a:buClr>
                <a:srgbClr val="E4005C"/>
              </a:buClr>
              <a:buSzPts val="4000"/>
              <a:buFont typeface="Arial"/>
              <a:buNone/>
            </a:pPr>
            <a:r>
              <a:rPr b="1" i="0" lang="en-US" sz="4000" u="none">
                <a:solidFill>
                  <a:srgbClr val="E4005C"/>
                </a:solidFill>
                <a:latin typeface="Arial"/>
                <a:ea typeface="Arial"/>
                <a:cs typeface="Arial"/>
                <a:sym typeface="Arial"/>
              </a:rPr>
              <a:t>Linux File Management and Viewing</a:t>
            </a:r>
            <a:endParaRPr/>
          </a:p>
        </p:txBody>
      </p:sp>
      <p:sp>
        <p:nvSpPr>
          <p:cNvPr id="201" name="Google Shape;201;p17"/>
          <p:cNvSpPr txBox="1"/>
          <p:nvPr>
            <p:ph idx="4294967295" type="body"/>
          </p:nvPr>
        </p:nvSpPr>
        <p:spPr>
          <a:xfrm>
            <a:off x="671512" y="1906587"/>
            <a:ext cx="3825875" cy="4319587"/>
          </a:xfrm>
          <a:prstGeom prst="rect">
            <a:avLst/>
          </a:prstGeom>
          <a:noFill/>
          <a:ln>
            <a:noFill/>
          </a:ln>
        </p:spPr>
        <p:txBody>
          <a:bodyPr anchorCtr="0" anchor="t" bIns="45700" lIns="91425" spcFirstLastPara="1" rIns="91425" wrap="square" tIns="45700">
            <a:noAutofit/>
          </a:bodyPr>
          <a:lstStyle/>
          <a:p>
            <a:pPr indent="-311150" lvl="0" marL="311150" marR="0" rtl="0" algn="l">
              <a:lnSpc>
                <a:spcPct val="80000"/>
              </a:lnSpc>
              <a:spcBef>
                <a:spcPts val="0"/>
              </a:spcBef>
              <a:spcAft>
                <a:spcPts val="0"/>
              </a:spcAft>
              <a:buClr>
                <a:srgbClr val="000000"/>
              </a:buClr>
              <a:buSzPts val="1080"/>
              <a:buFont typeface="Noto Sans Symbols"/>
              <a:buNone/>
            </a:pPr>
            <a:r>
              <a:t/>
            </a:r>
            <a:endParaRPr b="1" i="0" sz="2400" u="none">
              <a:solidFill>
                <a:srgbClr val="000066"/>
              </a:solidFill>
              <a:latin typeface="Arial"/>
              <a:ea typeface="Arial"/>
              <a:cs typeface="Arial"/>
              <a:sym typeface="Arial"/>
            </a:endParaRPr>
          </a:p>
          <a:p>
            <a:pPr indent="-225107" lvl="0" marL="392112" marR="0" rtl="0" algn="l">
              <a:lnSpc>
                <a:spcPct val="95000"/>
              </a:lnSpc>
              <a:spcBef>
                <a:spcPts val="0"/>
              </a:spcBef>
              <a:spcAft>
                <a:spcPts val="0"/>
              </a:spcAft>
              <a:buClr>
                <a:srgbClr val="000000"/>
              </a:buClr>
              <a:buSzPts val="1080"/>
              <a:buFont typeface="Noto Sans Symbols"/>
              <a:buNone/>
            </a:pPr>
            <a:r>
              <a:t/>
            </a:r>
            <a:endParaRPr b="1" i="0" sz="2400" u="none">
              <a:solidFill>
                <a:srgbClr val="000066"/>
              </a:solidFill>
              <a:latin typeface="Arial"/>
              <a:ea typeface="Arial"/>
              <a:cs typeface="Arial"/>
              <a:sym typeface="Arial"/>
            </a:endParaRPr>
          </a:p>
        </p:txBody>
      </p:sp>
      <p:sp>
        <p:nvSpPr>
          <p:cNvPr id="202" name="Google Shape;202;p17"/>
          <p:cNvSpPr/>
          <p:nvPr/>
        </p:nvSpPr>
        <p:spPr>
          <a:xfrm>
            <a:off x="0" y="0"/>
            <a:ext cx="9144000" cy="565150"/>
          </a:xfrm>
          <a:prstGeom prst="roundRect">
            <a:avLst>
              <a:gd fmla="val 55" name="adj"/>
            </a:avLst>
          </a:prstGeom>
          <a:solidFill>
            <a:srgbClr val="21426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03" name="Google Shape;203;p17"/>
          <p:cNvSpPr/>
          <p:nvPr/>
        </p:nvSpPr>
        <p:spPr>
          <a:xfrm>
            <a:off x="511175" y="1270000"/>
            <a:ext cx="247650" cy="247650"/>
          </a:xfrm>
          <a:prstGeom prst="roundRect">
            <a:avLst>
              <a:gd fmla="val 125" name="adj"/>
            </a:avLst>
          </a:prstGeom>
          <a:solidFill>
            <a:srgbClr val="21426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04" name="Google Shape;204;p17"/>
          <p:cNvSpPr/>
          <p:nvPr/>
        </p:nvSpPr>
        <p:spPr>
          <a:xfrm>
            <a:off x="635000" y="1392237"/>
            <a:ext cx="247650" cy="247650"/>
          </a:xfrm>
          <a:prstGeom prst="roundRect">
            <a:avLst>
              <a:gd fmla="val 125" name="adj"/>
            </a:avLst>
          </a:prstGeom>
          <a:solidFill>
            <a:srgbClr val="00B8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05" name="Google Shape;205;p17"/>
          <p:cNvSpPr/>
          <p:nvPr/>
        </p:nvSpPr>
        <p:spPr>
          <a:xfrm>
            <a:off x="969962" y="1552575"/>
            <a:ext cx="7407275" cy="36512"/>
          </a:xfrm>
          <a:prstGeom prst="roundRect">
            <a:avLst>
              <a:gd fmla="val 900" name="adj"/>
            </a:avLst>
          </a:prstGeom>
          <a:gradFill>
            <a:gsLst>
              <a:gs pos="0">
                <a:srgbClr val="008000"/>
              </a:gs>
              <a:gs pos="100000">
                <a:srgbClr val="800080"/>
              </a:gs>
            </a:gsLst>
            <a:lin ang="19799999"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06" name="Google Shape;206;p17"/>
          <p:cNvSpPr txBox="1"/>
          <p:nvPr/>
        </p:nvSpPr>
        <p:spPr>
          <a:xfrm>
            <a:off x="123825" y="104775"/>
            <a:ext cx="5819775" cy="347662"/>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Clr>
                <a:schemeClr val="lt1"/>
              </a:buClr>
              <a:buSzPts val="2400"/>
              <a:buFont typeface="Times New Roman"/>
              <a:buNone/>
            </a:pPr>
            <a:r>
              <a:rPr b="1" i="0" lang="en-US" sz="2400" u="none">
                <a:solidFill>
                  <a:schemeClr val="lt1"/>
                </a:solidFill>
                <a:latin typeface="Times New Roman"/>
                <a:ea typeface="Times New Roman"/>
                <a:cs typeface="Times New Roman"/>
                <a:sym typeface="Times New Roman"/>
              </a:rPr>
              <a:t>Linux Commands</a:t>
            </a:r>
            <a:endParaRPr/>
          </a:p>
        </p:txBody>
      </p:sp>
      <p:sp>
        <p:nvSpPr>
          <p:cNvPr id="207" name="Google Shape;207;p17"/>
          <p:cNvSpPr/>
          <p:nvPr/>
        </p:nvSpPr>
        <p:spPr>
          <a:xfrm>
            <a:off x="0" y="4989512"/>
            <a:ext cx="106362" cy="1868487"/>
          </a:xfrm>
          <a:prstGeom prst="roundRect">
            <a:avLst>
              <a:gd fmla="val 291" name="adj"/>
            </a:avLst>
          </a:prstGeom>
          <a:solidFill>
            <a:srgbClr val="21426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08" name="Google Shape;208;p17"/>
          <p:cNvSpPr txBox="1"/>
          <p:nvPr>
            <p:ph idx="4294967295" type="body"/>
          </p:nvPr>
        </p:nvSpPr>
        <p:spPr>
          <a:xfrm>
            <a:off x="381000" y="1905000"/>
            <a:ext cx="8096250" cy="4319587"/>
          </a:xfrm>
          <a:prstGeom prst="rect">
            <a:avLst/>
          </a:prstGeom>
          <a:noFill/>
          <a:ln>
            <a:noFill/>
          </a:ln>
        </p:spPr>
        <p:txBody>
          <a:bodyPr anchorCtr="0" anchor="t" bIns="45700" lIns="91425" spcFirstLastPara="1" rIns="91425" wrap="square" tIns="45700">
            <a:noAutofit/>
          </a:bodyPr>
          <a:lstStyle/>
          <a:p>
            <a:pPr indent="-311150" lvl="0" marL="311150" marR="0" rtl="0" algn="just">
              <a:lnSpc>
                <a:spcPct val="80000"/>
              </a:lnSpc>
              <a:spcBef>
                <a:spcPts val="0"/>
              </a:spcBef>
              <a:spcAft>
                <a:spcPts val="0"/>
              </a:spcAft>
              <a:buClr>
                <a:srgbClr val="000000"/>
              </a:buClr>
              <a:buSzPts val="1080"/>
              <a:buFont typeface="Noto Sans Symbols"/>
              <a:buChar char="•"/>
            </a:pPr>
            <a:r>
              <a:rPr b="1" i="0" lang="en-US" sz="2400" u="none">
                <a:solidFill>
                  <a:srgbClr val="000066"/>
                </a:solidFill>
                <a:latin typeface="Arial"/>
                <a:ea typeface="Arial"/>
                <a:cs typeface="Arial"/>
                <a:sym typeface="Arial"/>
              </a:rPr>
              <a:t>chown</a:t>
            </a:r>
            <a:r>
              <a:rPr b="0" i="0" lang="en-US" sz="2400" u="none">
                <a:solidFill>
                  <a:srgbClr val="000066"/>
                </a:solidFill>
                <a:latin typeface="Arial"/>
                <a:ea typeface="Arial"/>
                <a:cs typeface="Arial"/>
                <a:sym typeface="Arial"/>
              </a:rPr>
              <a:t> Change owner.</a:t>
            </a:r>
            <a:endParaRPr/>
          </a:p>
          <a:p>
            <a:pPr indent="-311150" lvl="0" marL="311150" marR="0" rtl="0" algn="just">
              <a:lnSpc>
                <a:spcPct val="80000"/>
              </a:lnSpc>
              <a:spcBef>
                <a:spcPts val="1200"/>
              </a:spcBef>
              <a:spcAft>
                <a:spcPts val="0"/>
              </a:spcAft>
              <a:buClr>
                <a:srgbClr val="000000"/>
              </a:buClr>
              <a:buSzPts val="1080"/>
              <a:buFont typeface="Noto Sans Symbols"/>
              <a:buNone/>
            </a:pPr>
            <a:r>
              <a:rPr b="0" i="0" lang="en-US" sz="2400" u="none">
                <a:solidFill>
                  <a:srgbClr val="000066"/>
                </a:solidFill>
                <a:latin typeface="Arial"/>
                <a:ea typeface="Arial"/>
                <a:cs typeface="Arial"/>
                <a:sym typeface="Arial"/>
              </a:rPr>
              <a:t>    Ex: chown &lt;owner1&gt; &lt;filename&gt; : Change ownership of a file to owner1.</a:t>
            </a:r>
            <a:endParaRPr/>
          </a:p>
          <a:p>
            <a:pPr indent="-311150" lvl="0" marL="311150" marR="0" rtl="0" algn="just">
              <a:lnSpc>
                <a:spcPct val="80000"/>
              </a:lnSpc>
              <a:spcBef>
                <a:spcPts val="1200"/>
              </a:spcBef>
              <a:spcAft>
                <a:spcPts val="0"/>
              </a:spcAft>
              <a:buClr>
                <a:srgbClr val="000000"/>
              </a:buClr>
              <a:buSzPts val="1080"/>
              <a:buFont typeface="Noto Sans Symbols"/>
              <a:buChar char="•"/>
            </a:pPr>
            <a:r>
              <a:rPr b="1" i="0" lang="en-US" sz="2400" u="none">
                <a:solidFill>
                  <a:srgbClr val="000066"/>
                </a:solidFill>
                <a:latin typeface="Arial"/>
                <a:ea typeface="Arial"/>
                <a:cs typeface="Arial"/>
                <a:sym typeface="Arial"/>
              </a:rPr>
              <a:t>chgrp</a:t>
            </a:r>
            <a:r>
              <a:rPr b="0" i="0" lang="en-US" sz="2400" u="none">
                <a:solidFill>
                  <a:srgbClr val="000066"/>
                </a:solidFill>
                <a:latin typeface="Arial"/>
                <a:ea typeface="Arial"/>
                <a:cs typeface="Arial"/>
                <a:sym typeface="Arial"/>
              </a:rPr>
              <a:t> Change group. </a:t>
            </a:r>
            <a:endParaRPr/>
          </a:p>
          <a:p>
            <a:pPr indent="-311150" lvl="0" marL="311150" marR="0" rtl="0" algn="just">
              <a:lnSpc>
                <a:spcPct val="80000"/>
              </a:lnSpc>
              <a:spcBef>
                <a:spcPts val="1200"/>
              </a:spcBef>
              <a:spcAft>
                <a:spcPts val="0"/>
              </a:spcAft>
              <a:buClr>
                <a:srgbClr val="000000"/>
              </a:buClr>
              <a:buSzPts val="1080"/>
              <a:buFont typeface="Noto Sans Symbols"/>
              <a:buNone/>
            </a:pPr>
            <a:r>
              <a:rPr b="0" i="0" lang="en-US" sz="2400" u="none">
                <a:solidFill>
                  <a:srgbClr val="000066"/>
                </a:solidFill>
                <a:latin typeface="Arial"/>
                <a:ea typeface="Arial"/>
                <a:cs typeface="Arial"/>
                <a:sym typeface="Arial"/>
              </a:rPr>
              <a:t>    Ex: chgrp &lt;group1&gt; &lt;filename&gt; : Change group of a file to group1.</a:t>
            </a:r>
            <a:endParaRPr/>
          </a:p>
          <a:p>
            <a:pPr indent="-311150" lvl="0" marL="311150" marR="0" rtl="0" algn="just">
              <a:lnSpc>
                <a:spcPct val="80000"/>
              </a:lnSpc>
              <a:spcBef>
                <a:spcPts val="1200"/>
              </a:spcBef>
              <a:spcAft>
                <a:spcPts val="0"/>
              </a:spcAft>
              <a:buClr>
                <a:srgbClr val="000000"/>
              </a:buClr>
              <a:buSzPts val="1080"/>
              <a:buFont typeface="Noto Sans Symbols"/>
              <a:buChar char="•"/>
            </a:pPr>
            <a:r>
              <a:rPr b="1" i="0" lang="en-US" sz="2400" u="none">
                <a:solidFill>
                  <a:srgbClr val="000066"/>
                </a:solidFill>
                <a:latin typeface="Arial"/>
                <a:ea typeface="Arial"/>
                <a:cs typeface="Arial"/>
                <a:sym typeface="Arial"/>
              </a:rPr>
              <a:t>cp</a:t>
            </a:r>
            <a:r>
              <a:rPr b="0" i="0" lang="en-US" sz="2400" u="none">
                <a:solidFill>
                  <a:srgbClr val="000066"/>
                </a:solidFill>
                <a:latin typeface="Arial"/>
                <a:ea typeface="Arial"/>
                <a:cs typeface="Arial"/>
                <a:sym typeface="Arial"/>
              </a:rPr>
              <a:t> Copy a file from one location to another. </a:t>
            </a:r>
            <a:endParaRPr/>
          </a:p>
          <a:p>
            <a:pPr indent="-311150" lvl="0" marL="311150" marR="0" rtl="0" algn="just">
              <a:lnSpc>
                <a:spcPct val="80000"/>
              </a:lnSpc>
              <a:spcBef>
                <a:spcPts val="1200"/>
              </a:spcBef>
              <a:spcAft>
                <a:spcPts val="0"/>
              </a:spcAft>
              <a:buClr>
                <a:srgbClr val="000000"/>
              </a:buClr>
              <a:buSzPts val="1080"/>
              <a:buFont typeface="Noto Sans Symbols"/>
              <a:buNone/>
            </a:pPr>
            <a:r>
              <a:rPr b="0" i="0" lang="en-US" sz="2400" u="none">
                <a:solidFill>
                  <a:srgbClr val="000066"/>
                </a:solidFill>
                <a:latin typeface="Arial"/>
                <a:ea typeface="Arial"/>
                <a:cs typeface="Arial"/>
                <a:sym typeface="Arial"/>
              </a:rPr>
              <a:t>     Ex: cp file1 file2 : Copy file1 to file2</a:t>
            </a:r>
            <a:endParaRPr/>
          </a:p>
          <a:p>
            <a:pPr indent="-311150" lvl="0" marL="311150" marR="0" rtl="0" algn="just">
              <a:lnSpc>
                <a:spcPct val="80000"/>
              </a:lnSpc>
              <a:spcBef>
                <a:spcPts val="1200"/>
              </a:spcBef>
              <a:spcAft>
                <a:spcPts val="0"/>
              </a:spcAft>
              <a:buClr>
                <a:srgbClr val="000000"/>
              </a:buClr>
              <a:buSzPts val="1080"/>
              <a:buFont typeface="Noto Sans Symbols"/>
              <a:buNone/>
            </a:pPr>
            <a:r>
              <a:rPr b="0" i="0" lang="en-US" sz="2400" u="none">
                <a:solidFill>
                  <a:srgbClr val="000066"/>
                </a:solidFill>
                <a:latin typeface="Arial"/>
                <a:ea typeface="Arial"/>
                <a:cs typeface="Arial"/>
                <a:sym typeface="Arial"/>
              </a:rPr>
              <a:t>     Ex: cp –R dir1 dir2 : Copy dir1 to dir2</a:t>
            </a:r>
            <a:endParaRPr/>
          </a:p>
          <a:p>
            <a:pPr indent="-311150" lvl="0" marL="311150" marR="0" rtl="0" algn="just">
              <a:lnSpc>
                <a:spcPct val="80000"/>
              </a:lnSpc>
              <a:spcBef>
                <a:spcPts val="1200"/>
              </a:spcBef>
              <a:spcAft>
                <a:spcPts val="0"/>
              </a:spcAft>
              <a:buClr>
                <a:srgbClr val="000000"/>
              </a:buClr>
              <a:buSzPts val="1080"/>
              <a:buFont typeface="Noto Sans Symbols"/>
              <a:buChar char="•"/>
            </a:pPr>
            <a:r>
              <a:rPr b="1" i="0" lang="en-US" sz="2400" u="none">
                <a:solidFill>
                  <a:srgbClr val="000066"/>
                </a:solidFill>
                <a:latin typeface="Arial"/>
                <a:ea typeface="Arial"/>
                <a:cs typeface="Arial"/>
                <a:sym typeface="Arial"/>
              </a:rPr>
              <a:t>md5sum</a:t>
            </a:r>
            <a:r>
              <a:rPr b="0" i="0" lang="en-US" sz="2400" u="none">
                <a:solidFill>
                  <a:srgbClr val="000066"/>
                </a:solidFill>
                <a:latin typeface="Arial"/>
                <a:ea typeface="Arial"/>
                <a:cs typeface="Arial"/>
                <a:sym typeface="Arial"/>
              </a:rPr>
              <a:t> Prints the MD5 Checksum</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2" name="Shape 212"/>
        <p:cNvGrpSpPr/>
        <p:nvPr/>
      </p:nvGrpSpPr>
      <p:grpSpPr>
        <a:xfrm>
          <a:off x="0" y="0"/>
          <a:ext cx="0" cy="0"/>
          <a:chOff x="0" y="0"/>
          <a:chExt cx="0" cy="0"/>
        </a:xfrm>
      </p:grpSpPr>
      <p:sp>
        <p:nvSpPr>
          <p:cNvPr id="213" name="Google Shape;213;p18"/>
          <p:cNvSpPr txBox="1"/>
          <p:nvPr>
            <p:ph idx="4294967295" type="title"/>
          </p:nvPr>
        </p:nvSpPr>
        <p:spPr>
          <a:xfrm>
            <a:off x="0" y="568325"/>
            <a:ext cx="9144000" cy="1144587"/>
          </a:xfrm>
          <a:prstGeom prst="rect">
            <a:avLst/>
          </a:prstGeom>
          <a:noFill/>
          <a:ln>
            <a:noFill/>
          </a:ln>
        </p:spPr>
        <p:txBody>
          <a:bodyPr anchorCtr="0" anchor="ctr" bIns="0" lIns="0" spcFirstLastPara="1" rIns="0" wrap="square" tIns="0">
            <a:noAutofit/>
          </a:bodyPr>
          <a:lstStyle/>
          <a:p>
            <a:pPr indent="0" lvl="0" marL="1306512" marR="0" rtl="0" algn="l">
              <a:lnSpc>
                <a:spcPct val="100000"/>
              </a:lnSpc>
              <a:spcBef>
                <a:spcPts val="0"/>
              </a:spcBef>
              <a:spcAft>
                <a:spcPts val="0"/>
              </a:spcAft>
              <a:buClr>
                <a:srgbClr val="E4005C"/>
              </a:buClr>
              <a:buSzPts val="4000"/>
              <a:buFont typeface="Arial"/>
              <a:buNone/>
            </a:pPr>
            <a:r>
              <a:rPr b="1" i="0" lang="en-US" sz="4000" u="none">
                <a:solidFill>
                  <a:srgbClr val="E4005C"/>
                </a:solidFill>
                <a:latin typeface="Arial"/>
                <a:ea typeface="Arial"/>
                <a:cs typeface="Arial"/>
                <a:sym typeface="Arial"/>
              </a:rPr>
              <a:t>Linux File Management and Viewing</a:t>
            </a:r>
            <a:endParaRPr/>
          </a:p>
        </p:txBody>
      </p:sp>
      <p:sp>
        <p:nvSpPr>
          <p:cNvPr id="214" name="Google Shape;214;p18"/>
          <p:cNvSpPr txBox="1"/>
          <p:nvPr>
            <p:ph idx="4294967295" type="body"/>
          </p:nvPr>
        </p:nvSpPr>
        <p:spPr>
          <a:xfrm>
            <a:off x="671512" y="1906587"/>
            <a:ext cx="3825875" cy="4319587"/>
          </a:xfrm>
          <a:prstGeom prst="rect">
            <a:avLst/>
          </a:prstGeom>
          <a:noFill/>
          <a:ln>
            <a:noFill/>
          </a:ln>
        </p:spPr>
        <p:txBody>
          <a:bodyPr anchorCtr="0" anchor="t" bIns="45700" lIns="91425" spcFirstLastPara="1" rIns="91425" wrap="square" tIns="45700">
            <a:noAutofit/>
          </a:bodyPr>
          <a:lstStyle/>
          <a:p>
            <a:pPr indent="-311150" lvl="0" marL="311150" marR="0" rtl="0" algn="l">
              <a:lnSpc>
                <a:spcPct val="80000"/>
              </a:lnSpc>
              <a:spcBef>
                <a:spcPts val="0"/>
              </a:spcBef>
              <a:spcAft>
                <a:spcPts val="0"/>
              </a:spcAft>
              <a:buClr>
                <a:srgbClr val="000000"/>
              </a:buClr>
              <a:buSzPts val="1080"/>
              <a:buFont typeface="Noto Sans Symbols"/>
              <a:buNone/>
            </a:pPr>
            <a:r>
              <a:t/>
            </a:r>
            <a:endParaRPr b="1" i="0" sz="2400" u="none">
              <a:solidFill>
                <a:srgbClr val="000066"/>
              </a:solidFill>
              <a:latin typeface="Arial"/>
              <a:ea typeface="Arial"/>
              <a:cs typeface="Arial"/>
              <a:sym typeface="Arial"/>
            </a:endParaRPr>
          </a:p>
          <a:p>
            <a:pPr indent="-225107" lvl="0" marL="392112" marR="0" rtl="0" algn="l">
              <a:lnSpc>
                <a:spcPct val="95000"/>
              </a:lnSpc>
              <a:spcBef>
                <a:spcPts val="0"/>
              </a:spcBef>
              <a:spcAft>
                <a:spcPts val="0"/>
              </a:spcAft>
              <a:buClr>
                <a:srgbClr val="000000"/>
              </a:buClr>
              <a:buSzPts val="1080"/>
              <a:buFont typeface="Noto Sans Symbols"/>
              <a:buNone/>
            </a:pPr>
            <a:r>
              <a:t/>
            </a:r>
            <a:endParaRPr b="1" i="0" sz="2400" u="none">
              <a:solidFill>
                <a:srgbClr val="000066"/>
              </a:solidFill>
              <a:latin typeface="Arial"/>
              <a:ea typeface="Arial"/>
              <a:cs typeface="Arial"/>
              <a:sym typeface="Arial"/>
            </a:endParaRPr>
          </a:p>
        </p:txBody>
      </p:sp>
      <p:sp>
        <p:nvSpPr>
          <p:cNvPr id="215" name="Google Shape;215;p18"/>
          <p:cNvSpPr/>
          <p:nvPr/>
        </p:nvSpPr>
        <p:spPr>
          <a:xfrm>
            <a:off x="0" y="0"/>
            <a:ext cx="9144000" cy="565150"/>
          </a:xfrm>
          <a:prstGeom prst="roundRect">
            <a:avLst>
              <a:gd fmla="val 55" name="adj"/>
            </a:avLst>
          </a:prstGeom>
          <a:solidFill>
            <a:srgbClr val="21426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6" name="Google Shape;216;p18"/>
          <p:cNvSpPr/>
          <p:nvPr/>
        </p:nvSpPr>
        <p:spPr>
          <a:xfrm>
            <a:off x="511175" y="1270000"/>
            <a:ext cx="247650" cy="247650"/>
          </a:xfrm>
          <a:prstGeom prst="roundRect">
            <a:avLst>
              <a:gd fmla="val 125" name="adj"/>
            </a:avLst>
          </a:prstGeom>
          <a:solidFill>
            <a:srgbClr val="21426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7" name="Google Shape;217;p18"/>
          <p:cNvSpPr/>
          <p:nvPr/>
        </p:nvSpPr>
        <p:spPr>
          <a:xfrm>
            <a:off x="635000" y="1392237"/>
            <a:ext cx="247650" cy="247650"/>
          </a:xfrm>
          <a:prstGeom prst="roundRect">
            <a:avLst>
              <a:gd fmla="val 125" name="adj"/>
            </a:avLst>
          </a:prstGeom>
          <a:solidFill>
            <a:srgbClr val="00B8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8" name="Google Shape;218;p18"/>
          <p:cNvSpPr/>
          <p:nvPr/>
        </p:nvSpPr>
        <p:spPr>
          <a:xfrm>
            <a:off x="969962" y="1552575"/>
            <a:ext cx="7407275" cy="36512"/>
          </a:xfrm>
          <a:prstGeom prst="roundRect">
            <a:avLst>
              <a:gd fmla="val 900" name="adj"/>
            </a:avLst>
          </a:prstGeom>
          <a:gradFill>
            <a:gsLst>
              <a:gs pos="0">
                <a:srgbClr val="008000"/>
              </a:gs>
              <a:gs pos="100000">
                <a:srgbClr val="800080"/>
              </a:gs>
            </a:gsLst>
            <a:lin ang="19799999"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9" name="Google Shape;219;p18"/>
          <p:cNvSpPr txBox="1"/>
          <p:nvPr/>
        </p:nvSpPr>
        <p:spPr>
          <a:xfrm>
            <a:off x="123825" y="104775"/>
            <a:ext cx="5819775" cy="347662"/>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Clr>
                <a:schemeClr val="lt1"/>
              </a:buClr>
              <a:buSzPts val="2400"/>
              <a:buFont typeface="Times New Roman"/>
              <a:buNone/>
            </a:pPr>
            <a:r>
              <a:rPr b="1" i="0" lang="en-US" sz="2400" u="none">
                <a:solidFill>
                  <a:schemeClr val="lt1"/>
                </a:solidFill>
                <a:latin typeface="Times New Roman"/>
                <a:ea typeface="Times New Roman"/>
                <a:cs typeface="Times New Roman"/>
                <a:sym typeface="Times New Roman"/>
              </a:rPr>
              <a:t>Linux Commands</a:t>
            </a:r>
            <a:endParaRPr/>
          </a:p>
        </p:txBody>
      </p:sp>
      <p:sp>
        <p:nvSpPr>
          <p:cNvPr id="220" name="Google Shape;220;p18"/>
          <p:cNvSpPr/>
          <p:nvPr/>
        </p:nvSpPr>
        <p:spPr>
          <a:xfrm>
            <a:off x="0" y="4989512"/>
            <a:ext cx="106362" cy="1868487"/>
          </a:xfrm>
          <a:prstGeom prst="roundRect">
            <a:avLst>
              <a:gd fmla="val 291" name="adj"/>
            </a:avLst>
          </a:prstGeom>
          <a:solidFill>
            <a:srgbClr val="21426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1" name="Google Shape;221;p18"/>
          <p:cNvSpPr txBox="1"/>
          <p:nvPr>
            <p:ph idx="4294967295" type="body"/>
          </p:nvPr>
        </p:nvSpPr>
        <p:spPr>
          <a:xfrm>
            <a:off x="381000" y="1906587"/>
            <a:ext cx="8096250" cy="4319587"/>
          </a:xfrm>
          <a:prstGeom prst="rect">
            <a:avLst/>
          </a:prstGeom>
          <a:noFill/>
          <a:ln>
            <a:noFill/>
          </a:ln>
        </p:spPr>
        <p:txBody>
          <a:bodyPr anchorCtr="0" anchor="t" bIns="45700" lIns="91425" spcFirstLastPara="1" rIns="91425" wrap="square" tIns="45700">
            <a:noAutofit/>
          </a:bodyPr>
          <a:lstStyle/>
          <a:p>
            <a:pPr indent="-311150" lvl="0" marL="311150" marR="0" rtl="0" algn="just">
              <a:lnSpc>
                <a:spcPct val="85000"/>
              </a:lnSpc>
              <a:spcBef>
                <a:spcPts val="0"/>
              </a:spcBef>
              <a:spcAft>
                <a:spcPts val="0"/>
              </a:spcAft>
              <a:buClr>
                <a:srgbClr val="000000"/>
              </a:buClr>
              <a:buSzPts val="1080"/>
              <a:buFont typeface="Noto Sans Symbols"/>
              <a:buChar char="•"/>
            </a:pPr>
            <a:r>
              <a:rPr b="1" i="0" lang="en-US" sz="2400" u="none">
                <a:solidFill>
                  <a:srgbClr val="000066"/>
                </a:solidFill>
                <a:latin typeface="Arial"/>
                <a:ea typeface="Arial"/>
                <a:cs typeface="Arial"/>
                <a:sym typeface="Arial"/>
              </a:rPr>
              <a:t>ls </a:t>
            </a:r>
            <a:r>
              <a:rPr b="0" i="0" lang="en-US" sz="2400" u="none">
                <a:solidFill>
                  <a:srgbClr val="000066"/>
                </a:solidFill>
                <a:latin typeface="Arial"/>
                <a:ea typeface="Arial"/>
                <a:cs typeface="Arial"/>
                <a:sym typeface="Arial"/>
              </a:rPr>
              <a:t>List contents of a directory. </a:t>
            </a:r>
            <a:endParaRPr/>
          </a:p>
          <a:p>
            <a:pPr indent="-311150" lvl="0" marL="311150" marR="0" rtl="0" algn="just">
              <a:lnSpc>
                <a:spcPct val="85000"/>
              </a:lnSpc>
              <a:spcBef>
                <a:spcPts val="1200"/>
              </a:spcBef>
              <a:spcAft>
                <a:spcPts val="0"/>
              </a:spcAft>
              <a:buClr>
                <a:srgbClr val="000000"/>
              </a:buClr>
              <a:buSzPts val="1080"/>
              <a:buFont typeface="Noto Sans Symbols"/>
              <a:buNone/>
            </a:pPr>
            <a:r>
              <a:rPr b="0" i="0" lang="en-US" sz="2400" u="none">
                <a:solidFill>
                  <a:srgbClr val="000066"/>
                </a:solidFill>
                <a:latin typeface="Arial"/>
                <a:ea typeface="Arial"/>
                <a:cs typeface="Arial"/>
                <a:sym typeface="Arial"/>
              </a:rPr>
              <a:t>    Ex: ls, ls –l , ls –al, ls –ld, ls –R</a:t>
            </a:r>
            <a:endParaRPr/>
          </a:p>
          <a:p>
            <a:pPr indent="-311150" lvl="0" marL="311150" marR="0" rtl="0" algn="just">
              <a:lnSpc>
                <a:spcPct val="85000"/>
              </a:lnSpc>
              <a:spcBef>
                <a:spcPts val="1450"/>
              </a:spcBef>
              <a:spcAft>
                <a:spcPts val="0"/>
              </a:spcAft>
              <a:buClr>
                <a:srgbClr val="000000"/>
              </a:buClr>
              <a:buSzPts val="1080"/>
              <a:buFont typeface="Noto Sans Symbols"/>
              <a:buNone/>
            </a:pPr>
            <a:r>
              <a:rPr b="0" i="0" lang="en-US" sz="2400" u="none">
                <a:solidFill>
                  <a:srgbClr val="000066"/>
                </a:solidFill>
                <a:latin typeface="Arial"/>
                <a:ea typeface="Arial"/>
                <a:cs typeface="Arial"/>
                <a:sym typeface="Arial"/>
              </a:rPr>
              <a:t>	(-rwxrwxr-x 1 juan juan 0 Sep 26 12:25 foo</a:t>
            </a:r>
            <a:r>
              <a:rPr b="0" i="0" lang="en-US" sz="2900" u="none">
                <a:solidFill>
                  <a:srgbClr val="000066"/>
                </a:solidFill>
                <a:latin typeface="Times New Roman"/>
                <a:ea typeface="Times New Roman"/>
                <a:cs typeface="Times New Roman"/>
                <a:sym typeface="Times New Roman"/>
              </a:rPr>
              <a:t> </a:t>
            </a:r>
            <a:r>
              <a:rPr b="0" i="0" lang="en-US" sz="2400" u="none">
                <a:solidFill>
                  <a:srgbClr val="000066"/>
                </a:solidFill>
                <a:latin typeface="Arial"/>
                <a:ea typeface="Arial"/>
                <a:cs typeface="Arial"/>
                <a:sym typeface="Arial"/>
              </a:rPr>
              <a:t>)</a:t>
            </a:r>
            <a:endParaRPr/>
          </a:p>
          <a:p>
            <a:pPr indent="-311150" lvl="0" marL="311150" marR="0" rtl="0" algn="just">
              <a:lnSpc>
                <a:spcPct val="85000"/>
              </a:lnSpc>
              <a:spcBef>
                <a:spcPts val="1200"/>
              </a:spcBef>
              <a:spcAft>
                <a:spcPts val="0"/>
              </a:spcAft>
              <a:buClr>
                <a:srgbClr val="000000"/>
              </a:buClr>
              <a:buSzPts val="1080"/>
              <a:buFont typeface="Noto Sans Symbols"/>
              <a:buNone/>
            </a:pPr>
            <a:r>
              <a:rPr b="0" i="0" lang="en-US" sz="2400" u="none">
                <a:solidFill>
                  <a:srgbClr val="000066"/>
                </a:solidFill>
                <a:latin typeface="Arial"/>
                <a:ea typeface="Arial"/>
                <a:cs typeface="Arial"/>
                <a:sym typeface="Arial"/>
              </a:rPr>
              <a:t>	|more will list page wise</a:t>
            </a:r>
            <a:endParaRPr/>
          </a:p>
          <a:p>
            <a:pPr indent="-311150" lvl="0" marL="311150" marR="0" rtl="0" algn="just">
              <a:lnSpc>
                <a:spcPct val="85000"/>
              </a:lnSpc>
              <a:spcBef>
                <a:spcPts val="1200"/>
              </a:spcBef>
              <a:spcAft>
                <a:spcPts val="0"/>
              </a:spcAft>
              <a:buClr>
                <a:srgbClr val="000000"/>
              </a:buClr>
              <a:buSzPts val="1080"/>
              <a:buFont typeface="Noto Sans Symbols"/>
              <a:buChar char="•"/>
            </a:pPr>
            <a:r>
              <a:rPr b="1" i="0" lang="en-US" sz="2400" u="none">
                <a:solidFill>
                  <a:srgbClr val="000066"/>
                </a:solidFill>
                <a:latin typeface="Arial"/>
                <a:ea typeface="Arial"/>
                <a:cs typeface="Arial"/>
                <a:sym typeface="Arial"/>
              </a:rPr>
              <a:t>mkdir</a:t>
            </a:r>
            <a:r>
              <a:rPr b="0" i="0" lang="en-US" sz="2400" u="none">
                <a:solidFill>
                  <a:srgbClr val="000066"/>
                </a:solidFill>
                <a:latin typeface="Arial"/>
                <a:ea typeface="Arial"/>
                <a:cs typeface="Arial"/>
                <a:sym typeface="Arial"/>
              </a:rPr>
              <a:t> Make a directory. </a:t>
            </a:r>
            <a:endParaRPr/>
          </a:p>
          <a:p>
            <a:pPr indent="-311150" lvl="0" marL="311150" marR="0" rtl="0" algn="just">
              <a:lnSpc>
                <a:spcPct val="85000"/>
              </a:lnSpc>
              <a:spcBef>
                <a:spcPts val="1200"/>
              </a:spcBef>
              <a:spcAft>
                <a:spcPts val="0"/>
              </a:spcAft>
              <a:buClr>
                <a:srgbClr val="000000"/>
              </a:buClr>
              <a:buSzPts val="1080"/>
              <a:buFont typeface="Noto Sans Symbols"/>
              <a:buNone/>
            </a:pPr>
            <a:r>
              <a:rPr b="0" i="0" lang="en-US" sz="2400" u="none">
                <a:solidFill>
                  <a:srgbClr val="000066"/>
                </a:solidFill>
                <a:latin typeface="Arial"/>
                <a:ea typeface="Arial"/>
                <a:cs typeface="Arial"/>
                <a:sym typeface="Arial"/>
              </a:rPr>
              <a:t>    Ex: mkdir &lt;directory name&gt; : Makes a directory </a:t>
            </a:r>
            <a:endParaRPr/>
          </a:p>
          <a:p>
            <a:pPr indent="-311150" lvl="0" marL="311150" marR="0" rtl="0" algn="just">
              <a:lnSpc>
                <a:spcPct val="85000"/>
              </a:lnSpc>
              <a:spcBef>
                <a:spcPts val="1200"/>
              </a:spcBef>
              <a:spcAft>
                <a:spcPts val="0"/>
              </a:spcAft>
              <a:buClr>
                <a:srgbClr val="000000"/>
              </a:buClr>
              <a:buSzPts val="1080"/>
              <a:buFont typeface="Noto Sans Symbols"/>
              <a:buNone/>
            </a:pPr>
            <a:r>
              <a:rPr b="0" i="0" lang="en-US" sz="2400" u="none">
                <a:solidFill>
                  <a:srgbClr val="000066"/>
                </a:solidFill>
                <a:latin typeface="Arial"/>
                <a:ea typeface="Arial"/>
                <a:cs typeface="Arial"/>
                <a:sym typeface="Arial"/>
              </a:rPr>
              <a:t>    Ex </a:t>
            </a:r>
            <a:r>
              <a:rPr b="0" i="1" lang="en-US" sz="2400" u="none">
                <a:solidFill>
                  <a:srgbClr val="000066"/>
                </a:solidFill>
                <a:latin typeface="Arial"/>
                <a:ea typeface="Arial"/>
                <a:cs typeface="Arial"/>
                <a:sym typeface="Arial"/>
              </a:rPr>
              <a:t>mkdir –p /www/chache/var/log </a:t>
            </a:r>
            <a:r>
              <a:rPr b="0" i="0" lang="en-US" sz="2400" u="none">
                <a:solidFill>
                  <a:srgbClr val="000066"/>
                </a:solidFill>
                <a:latin typeface="Arial"/>
                <a:ea typeface="Arial"/>
                <a:cs typeface="Arial"/>
                <a:sym typeface="Arial"/>
              </a:rPr>
              <a:t>will create all the directories starting from www. </a:t>
            </a:r>
            <a:endParaRPr/>
          </a:p>
          <a:p>
            <a:pPr indent="-311150" lvl="0" marL="311150" marR="0" rtl="0" algn="just">
              <a:lnSpc>
                <a:spcPct val="85000"/>
              </a:lnSpc>
              <a:spcBef>
                <a:spcPts val="1200"/>
              </a:spcBef>
              <a:spcAft>
                <a:spcPts val="0"/>
              </a:spcAft>
              <a:buClr>
                <a:srgbClr val="000000"/>
              </a:buClr>
              <a:buSzPts val="1080"/>
              <a:buFont typeface="Noto Sans Symbols"/>
              <a:buChar char="•"/>
            </a:pPr>
            <a:r>
              <a:rPr b="1" i="0" lang="en-US" sz="2400" u="none">
                <a:solidFill>
                  <a:srgbClr val="000066"/>
                </a:solidFill>
                <a:latin typeface="Arial"/>
                <a:ea typeface="Arial"/>
                <a:cs typeface="Arial"/>
                <a:sym typeface="Arial"/>
              </a:rPr>
              <a:t>mv</a:t>
            </a:r>
            <a:r>
              <a:rPr b="0" i="0" lang="en-US" sz="2400" u="none">
                <a:solidFill>
                  <a:srgbClr val="000066"/>
                </a:solidFill>
                <a:latin typeface="Arial"/>
                <a:ea typeface="Arial"/>
                <a:cs typeface="Arial"/>
                <a:sym typeface="Arial"/>
              </a:rPr>
              <a:t> Move or rename a file or directory. </a:t>
            </a:r>
            <a:endParaRPr/>
          </a:p>
          <a:p>
            <a:pPr indent="-311150" lvl="0" marL="311150" marR="0" rtl="0" algn="just">
              <a:lnSpc>
                <a:spcPct val="85000"/>
              </a:lnSpc>
              <a:spcBef>
                <a:spcPts val="1200"/>
              </a:spcBef>
              <a:spcAft>
                <a:spcPts val="0"/>
              </a:spcAft>
              <a:buClr>
                <a:srgbClr val="000000"/>
              </a:buClr>
              <a:buSzPts val="1080"/>
              <a:buFont typeface="Noto Sans Symbols"/>
              <a:buNone/>
            </a:pPr>
            <a:r>
              <a:rPr b="0" i="0" lang="en-US" sz="2400" u="none">
                <a:solidFill>
                  <a:srgbClr val="000066"/>
                </a:solidFill>
                <a:latin typeface="Arial"/>
                <a:ea typeface="Arial"/>
                <a:cs typeface="Arial"/>
                <a:sym typeface="Arial"/>
              </a:rPr>
              <a:t>    Ex: mv &lt;source&gt; &lt;destination&gt;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5" name="Shape 225"/>
        <p:cNvGrpSpPr/>
        <p:nvPr/>
      </p:nvGrpSpPr>
      <p:grpSpPr>
        <a:xfrm>
          <a:off x="0" y="0"/>
          <a:ext cx="0" cy="0"/>
          <a:chOff x="0" y="0"/>
          <a:chExt cx="0" cy="0"/>
        </a:xfrm>
      </p:grpSpPr>
      <p:sp>
        <p:nvSpPr>
          <p:cNvPr id="226" name="Google Shape;226;p19"/>
          <p:cNvSpPr txBox="1"/>
          <p:nvPr>
            <p:ph idx="4294967295" type="title"/>
          </p:nvPr>
        </p:nvSpPr>
        <p:spPr>
          <a:xfrm>
            <a:off x="0" y="568325"/>
            <a:ext cx="9144000" cy="1144587"/>
          </a:xfrm>
          <a:prstGeom prst="rect">
            <a:avLst/>
          </a:prstGeom>
          <a:noFill/>
          <a:ln>
            <a:noFill/>
          </a:ln>
        </p:spPr>
        <p:txBody>
          <a:bodyPr anchorCtr="0" anchor="ctr" bIns="0" lIns="0" spcFirstLastPara="1" rIns="0" wrap="square" tIns="0">
            <a:noAutofit/>
          </a:bodyPr>
          <a:lstStyle/>
          <a:p>
            <a:pPr indent="0" lvl="0" marL="1306512" marR="0" rtl="0" algn="ctr">
              <a:lnSpc>
                <a:spcPct val="100000"/>
              </a:lnSpc>
              <a:spcBef>
                <a:spcPts val="0"/>
              </a:spcBef>
              <a:spcAft>
                <a:spcPts val="0"/>
              </a:spcAft>
              <a:buClr>
                <a:srgbClr val="E4005C"/>
              </a:buClr>
              <a:buSzPts val="4000"/>
              <a:buFont typeface="Arial"/>
              <a:buNone/>
            </a:pPr>
            <a:r>
              <a:rPr b="1" i="0" lang="en-US" sz="4000" u="none">
                <a:solidFill>
                  <a:srgbClr val="E4005C"/>
                </a:solidFill>
                <a:latin typeface="Arial"/>
                <a:ea typeface="Arial"/>
                <a:cs typeface="Arial"/>
                <a:sym typeface="Arial"/>
              </a:rPr>
              <a:t>Linux File Management and Viewing</a:t>
            </a:r>
            <a:endParaRPr/>
          </a:p>
        </p:txBody>
      </p:sp>
      <p:sp>
        <p:nvSpPr>
          <p:cNvPr id="227" name="Google Shape;227;p19"/>
          <p:cNvSpPr txBox="1"/>
          <p:nvPr>
            <p:ph idx="4294967295" type="body"/>
          </p:nvPr>
        </p:nvSpPr>
        <p:spPr>
          <a:xfrm>
            <a:off x="671512" y="1906587"/>
            <a:ext cx="3825875" cy="4319587"/>
          </a:xfrm>
          <a:prstGeom prst="rect">
            <a:avLst/>
          </a:prstGeom>
          <a:noFill/>
          <a:ln>
            <a:noFill/>
          </a:ln>
        </p:spPr>
        <p:txBody>
          <a:bodyPr anchorCtr="0" anchor="t" bIns="45700" lIns="91425" spcFirstLastPara="1" rIns="91425" wrap="square" tIns="45700">
            <a:noAutofit/>
          </a:bodyPr>
          <a:lstStyle/>
          <a:p>
            <a:pPr indent="-311150" lvl="0" marL="311150" marR="0" rtl="0" algn="l">
              <a:lnSpc>
                <a:spcPct val="80000"/>
              </a:lnSpc>
              <a:spcBef>
                <a:spcPts val="0"/>
              </a:spcBef>
              <a:spcAft>
                <a:spcPts val="0"/>
              </a:spcAft>
              <a:buClr>
                <a:srgbClr val="000000"/>
              </a:buClr>
              <a:buSzPts val="1080"/>
              <a:buFont typeface="Noto Sans Symbols"/>
              <a:buNone/>
            </a:pPr>
            <a:r>
              <a:t/>
            </a:r>
            <a:endParaRPr b="1" i="0" sz="2400" u="none">
              <a:solidFill>
                <a:srgbClr val="000066"/>
              </a:solidFill>
              <a:latin typeface="Arial"/>
              <a:ea typeface="Arial"/>
              <a:cs typeface="Arial"/>
              <a:sym typeface="Arial"/>
            </a:endParaRPr>
          </a:p>
          <a:p>
            <a:pPr indent="-225107" lvl="0" marL="392112" marR="0" rtl="0" algn="l">
              <a:lnSpc>
                <a:spcPct val="95000"/>
              </a:lnSpc>
              <a:spcBef>
                <a:spcPts val="0"/>
              </a:spcBef>
              <a:spcAft>
                <a:spcPts val="0"/>
              </a:spcAft>
              <a:buClr>
                <a:srgbClr val="000000"/>
              </a:buClr>
              <a:buSzPts val="1080"/>
              <a:buFont typeface="Noto Sans Symbols"/>
              <a:buNone/>
            </a:pPr>
            <a:r>
              <a:t/>
            </a:r>
            <a:endParaRPr b="1" i="0" sz="2400" u="none">
              <a:solidFill>
                <a:srgbClr val="000066"/>
              </a:solidFill>
              <a:latin typeface="Arial"/>
              <a:ea typeface="Arial"/>
              <a:cs typeface="Arial"/>
              <a:sym typeface="Arial"/>
            </a:endParaRPr>
          </a:p>
        </p:txBody>
      </p:sp>
      <p:sp>
        <p:nvSpPr>
          <p:cNvPr id="228" name="Google Shape;228;p19"/>
          <p:cNvSpPr/>
          <p:nvPr/>
        </p:nvSpPr>
        <p:spPr>
          <a:xfrm>
            <a:off x="0" y="0"/>
            <a:ext cx="9144000" cy="565150"/>
          </a:xfrm>
          <a:prstGeom prst="roundRect">
            <a:avLst>
              <a:gd fmla="val 55" name="adj"/>
            </a:avLst>
          </a:prstGeom>
          <a:solidFill>
            <a:srgbClr val="21426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9" name="Google Shape;229;p19"/>
          <p:cNvSpPr/>
          <p:nvPr/>
        </p:nvSpPr>
        <p:spPr>
          <a:xfrm>
            <a:off x="511175" y="1270000"/>
            <a:ext cx="247650" cy="247650"/>
          </a:xfrm>
          <a:prstGeom prst="roundRect">
            <a:avLst>
              <a:gd fmla="val 125" name="adj"/>
            </a:avLst>
          </a:prstGeom>
          <a:solidFill>
            <a:srgbClr val="21426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30" name="Google Shape;230;p19"/>
          <p:cNvSpPr/>
          <p:nvPr/>
        </p:nvSpPr>
        <p:spPr>
          <a:xfrm>
            <a:off x="635000" y="1392237"/>
            <a:ext cx="247650" cy="247650"/>
          </a:xfrm>
          <a:prstGeom prst="roundRect">
            <a:avLst>
              <a:gd fmla="val 125" name="adj"/>
            </a:avLst>
          </a:prstGeom>
          <a:solidFill>
            <a:srgbClr val="00B8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31" name="Google Shape;231;p19"/>
          <p:cNvSpPr/>
          <p:nvPr/>
        </p:nvSpPr>
        <p:spPr>
          <a:xfrm>
            <a:off x="969962" y="1552575"/>
            <a:ext cx="7407275" cy="36512"/>
          </a:xfrm>
          <a:prstGeom prst="roundRect">
            <a:avLst>
              <a:gd fmla="val 900" name="adj"/>
            </a:avLst>
          </a:prstGeom>
          <a:gradFill>
            <a:gsLst>
              <a:gs pos="0">
                <a:srgbClr val="008000"/>
              </a:gs>
              <a:gs pos="100000">
                <a:srgbClr val="800080"/>
              </a:gs>
            </a:gsLst>
            <a:lin ang="19799999"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32" name="Google Shape;232;p19"/>
          <p:cNvSpPr txBox="1"/>
          <p:nvPr/>
        </p:nvSpPr>
        <p:spPr>
          <a:xfrm>
            <a:off x="123825" y="104775"/>
            <a:ext cx="5819775" cy="347662"/>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Clr>
                <a:schemeClr val="lt1"/>
              </a:buClr>
              <a:buSzPts val="2400"/>
              <a:buFont typeface="Times New Roman"/>
              <a:buNone/>
            </a:pPr>
            <a:r>
              <a:rPr b="1" i="0" lang="en-US" sz="2400" u="none">
                <a:solidFill>
                  <a:schemeClr val="lt1"/>
                </a:solidFill>
                <a:latin typeface="Times New Roman"/>
                <a:ea typeface="Times New Roman"/>
                <a:cs typeface="Times New Roman"/>
                <a:sym typeface="Times New Roman"/>
              </a:rPr>
              <a:t>Linux Commands</a:t>
            </a:r>
            <a:endParaRPr/>
          </a:p>
        </p:txBody>
      </p:sp>
      <p:sp>
        <p:nvSpPr>
          <p:cNvPr id="233" name="Google Shape;233;p19"/>
          <p:cNvSpPr/>
          <p:nvPr/>
        </p:nvSpPr>
        <p:spPr>
          <a:xfrm>
            <a:off x="0" y="4989512"/>
            <a:ext cx="106362" cy="1868487"/>
          </a:xfrm>
          <a:prstGeom prst="roundRect">
            <a:avLst>
              <a:gd fmla="val 291" name="adj"/>
            </a:avLst>
          </a:prstGeom>
          <a:solidFill>
            <a:srgbClr val="21426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34" name="Google Shape;234;p19"/>
          <p:cNvSpPr txBox="1"/>
          <p:nvPr>
            <p:ph idx="4294967295" type="body"/>
          </p:nvPr>
        </p:nvSpPr>
        <p:spPr>
          <a:xfrm>
            <a:off x="457200" y="1676400"/>
            <a:ext cx="8229600" cy="4319587"/>
          </a:xfrm>
          <a:prstGeom prst="rect">
            <a:avLst/>
          </a:prstGeom>
          <a:noFill/>
          <a:ln>
            <a:noFill/>
          </a:ln>
        </p:spPr>
        <p:txBody>
          <a:bodyPr anchorCtr="0" anchor="t" bIns="45700" lIns="91425" spcFirstLastPara="1" rIns="91425" wrap="square" tIns="45700">
            <a:noAutofit/>
          </a:bodyPr>
          <a:lstStyle/>
          <a:p>
            <a:pPr indent="-311150" lvl="0" marL="311150" marR="0" rtl="0" algn="just">
              <a:lnSpc>
                <a:spcPct val="90000"/>
              </a:lnSpc>
              <a:spcBef>
                <a:spcPts val="0"/>
              </a:spcBef>
              <a:spcAft>
                <a:spcPts val="0"/>
              </a:spcAft>
              <a:buClr>
                <a:srgbClr val="000000"/>
              </a:buClr>
              <a:buSzPts val="1080"/>
              <a:buFont typeface="Noto Sans Symbols"/>
              <a:buChar char="•"/>
            </a:pPr>
            <a:r>
              <a:rPr b="1" i="0" lang="en-US" sz="2400" u="none">
                <a:solidFill>
                  <a:srgbClr val="000066"/>
                </a:solidFill>
                <a:latin typeface="Arial"/>
                <a:ea typeface="Arial"/>
                <a:cs typeface="Arial"/>
                <a:sym typeface="Arial"/>
              </a:rPr>
              <a:t>find</a:t>
            </a:r>
            <a:r>
              <a:rPr b="0" i="0" lang="en-US" sz="2400" u="none">
                <a:solidFill>
                  <a:srgbClr val="000066"/>
                </a:solidFill>
                <a:latin typeface="Arial"/>
                <a:ea typeface="Arial"/>
                <a:cs typeface="Arial"/>
                <a:sym typeface="Arial"/>
              </a:rPr>
              <a:t> Find files (find &lt;start directory&gt; -name &lt;file name&gt; -print)</a:t>
            </a:r>
            <a:endParaRPr/>
          </a:p>
          <a:p>
            <a:pPr indent="-311150" lvl="0" marL="311150" marR="0" rtl="0" algn="just">
              <a:lnSpc>
                <a:spcPct val="90000"/>
              </a:lnSpc>
              <a:spcBef>
                <a:spcPts val="480"/>
              </a:spcBef>
              <a:spcAft>
                <a:spcPts val="0"/>
              </a:spcAft>
              <a:buClr>
                <a:srgbClr val="000000"/>
              </a:buClr>
              <a:buSzPts val="1080"/>
              <a:buFont typeface="Noto Sans Symbols"/>
              <a:buNone/>
            </a:pPr>
            <a:r>
              <a:rPr b="0" i="0" lang="en-US" sz="2400" u="none">
                <a:solidFill>
                  <a:srgbClr val="000066"/>
                </a:solidFill>
                <a:latin typeface="Arial"/>
                <a:ea typeface="Arial"/>
                <a:cs typeface="Arial"/>
                <a:sym typeface="Arial"/>
              </a:rPr>
              <a:t>    </a:t>
            </a:r>
            <a:br>
              <a:rPr b="0" i="0" lang="en-US" sz="800" u="none">
                <a:solidFill>
                  <a:srgbClr val="000066"/>
                </a:solidFill>
                <a:latin typeface="Arial"/>
                <a:ea typeface="Arial"/>
                <a:cs typeface="Arial"/>
                <a:sym typeface="Arial"/>
              </a:rPr>
            </a:br>
            <a:r>
              <a:rPr b="0" i="0" lang="en-US" sz="2400" u="none">
                <a:solidFill>
                  <a:srgbClr val="000066"/>
                </a:solidFill>
                <a:latin typeface="Arial"/>
                <a:ea typeface="Arial"/>
                <a:cs typeface="Arial"/>
                <a:sym typeface="Arial"/>
              </a:rPr>
              <a:t>Ex: </a:t>
            </a:r>
            <a:r>
              <a:rPr b="0" i="1" lang="en-US" sz="2400" u="none">
                <a:solidFill>
                  <a:srgbClr val="000066"/>
                </a:solidFill>
                <a:latin typeface="Arial"/>
                <a:ea typeface="Arial"/>
                <a:cs typeface="Arial"/>
                <a:sym typeface="Arial"/>
              </a:rPr>
              <a:t>find /home –name readme -print</a:t>
            </a:r>
            <a:r>
              <a:rPr b="0" i="0" lang="en-US" sz="2400" u="none">
                <a:solidFill>
                  <a:srgbClr val="000066"/>
                </a:solidFill>
                <a:latin typeface="Arial"/>
                <a:ea typeface="Arial"/>
                <a:cs typeface="Arial"/>
                <a:sym typeface="Arial"/>
              </a:rPr>
              <a:t> </a:t>
            </a:r>
            <a:endParaRPr/>
          </a:p>
          <a:p>
            <a:pPr indent="-311150" lvl="0" marL="311150" marR="0" rtl="0" algn="l">
              <a:lnSpc>
                <a:spcPct val="90000"/>
              </a:lnSpc>
              <a:spcBef>
                <a:spcPts val="480"/>
              </a:spcBef>
              <a:spcAft>
                <a:spcPts val="0"/>
              </a:spcAft>
              <a:buClr>
                <a:srgbClr val="000000"/>
              </a:buClr>
              <a:buSzPts val="1080"/>
              <a:buFont typeface="Noto Sans Symbols"/>
              <a:buNone/>
            </a:pPr>
            <a:r>
              <a:rPr b="0" i="0" lang="en-US" sz="2400" u="none">
                <a:solidFill>
                  <a:srgbClr val="000066"/>
                </a:solidFill>
                <a:latin typeface="Arial"/>
                <a:ea typeface="Arial"/>
                <a:cs typeface="Arial"/>
                <a:sym typeface="Arial"/>
              </a:rPr>
              <a:t>    (Search for readme starting at home and output full path.)</a:t>
            </a:r>
            <a:br>
              <a:rPr b="0" i="0" lang="en-US" sz="2400" u="none">
                <a:solidFill>
                  <a:srgbClr val="000066"/>
                </a:solidFill>
                <a:latin typeface="Arial"/>
                <a:ea typeface="Arial"/>
                <a:cs typeface="Arial"/>
                <a:sym typeface="Arial"/>
              </a:rPr>
            </a:br>
            <a:br>
              <a:rPr b="0" i="0" lang="en-US" sz="800" u="none">
                <a:solidFill>
                  <a:srgbClr val="000066"/>
                </a:solidFill>
                <a:latin typeface="Arial"/>
                <a:ea typeface="Arial"/>
                <a:cs typeface="Arial"/>
                <a:sym typeface="Arial"/>
              </a:rPr>
            </a:br>
            <a:br>
              <a:rPr b="0" i="0" lang="en-US" sz="800" u="none">
                <a:solidFill>
                  <a:srgbClr val="000066"/>
                </a:solidFill>
                <a:latin typeface="Arial"/>
                <a:ea typeface="Arial"/>
                <a:cs typeface="Arial"/>
                <a:sym typeface="Arial"/>
              </a:rPr>
            </a:br>
            <a:r>
              <a:rPr b="0" i="0" lang="en-US" sz="2400" u="none">
                <a:solidFill>
                  <a:srgbClr val="000066"/>
                </a:solidFill>
                <a:latin typeface="Arial"/>
                <a:ea typeface="Arial"/>
                <a:cs typeface="Arial"/>
                <a:sym typeface="Arial"/>
              </a:rPr>
              <a:t>“/home" = Search starting at the home directory and proceed through all its subdirectories </a:t>
            </a:r>
            <a:endParaRPr/>
          </a:p>
          <a:p>
            <a:pPr indent="-311150" lvl="0" marL="311150" marR="0" rtl="0" algn="just">
              <a:lnSpc>
                <a:spcPct val="90000"/>
              </a:lnSpc>
              <a:spcBef>
                <a:spcPts val="480"/>
              </a:spcBef>
              <a:spcAft>
                <a:spcPts val="0"/>
              </a:spcAft>
              <a:buClr>
                <a:srgbClr val="000000"/>
              </a:buClr>
              <a:buSzPts val="1080"/>
              <a:buFont typeface="Noto Sans Symbols"/>
              <a:buNone/>
            </a:pPr>
            <a:r>
              <a:rPr b="0" i="0" lang="en-US" sz="2400" u="none">
                <a:solidFill>
                  <a:srgbClr val="000066"/>
                </a:solidFill>
                <a:latin typeface="Arial"/>
                <a:ea typeface="Arial"/>
                <a:cs typeface="Arial"/>
                <a:sym typeface="Arial"/>
              </a:rPr>
              <a:t>    "-name readme" = Search for a file named readme </a:t>
            </a:r>
            <a:endParaRPr/>
          </a:p>
          <a:p>
            <a:pPr indent="-311150" lvl="0" marL="311150" marR="0" rtl="0" algn="just">
              <a:lnSpc>
                <a:spcPct val="90000"/>
              </a:lnSpc>
              <a:spcBef>
                <a:spcPts val="480"/>
              </a:spcBef>
              <a:spcAft>
                <a:spcPts val="0"/>
              </a:spcAft>
              <a:buClr>
                <a:srgbClr val="000000"/>
              </a:buClr>
              <a:buSzPts val="1080"/>
              <a:buFont typeface="Noto Sans Symbols"/>
              <a:buNone/>
            </a:pPr>
            <a:r>
              <a:rPr b="0" i="0" lang="en-US" sz="2400" u="none">
                <a:solidFill>
                  <a:srgbClr val="000066"/>
                </a:solidFill>
                <a:latin typeface="Arial"/>
                <a:ea typeface="Arial"/>
                <a:cs typeface="Arial"/>
                <a:sym typeface="Arial"/>
              </a:rPr>
              <a:t>    "-print" = Output the full path to that file</a:t>
            </a:r>
            <a:endParaRPr/>
          </a:p>
          <a:p>
            <a:pPr indent="-311150" lvl="0" marL="311150" marR="0" rtl="0" algn="just">
              <a:lnSpc>
                <a:spcPct val="90000"/>
              </a:lnSpc>
              <a:spcBef>
                <a:spcPts val="480"/>
              </a:spcBef>
              <a:spcAft>
                <a:spcPts val="0"/>
              </a:spcAft>
              <a:buClr>
                <a:srgbClr val="000000"/>
              </a:buClr>
              <a:buSzPts val="1080"/>
              <a:buFont typeface="Noto Sans Symbols"/>
              <a:buNone/>
            </a:pPr>
            <a:r>
              <a:t/>
            </a:r>
            <a:endParaRPr b="0" i="0" sz="2400" u="none">
              <a:solidFill>
                <a:srgbClr val="000066"/>
              </a:solidFill>
              <a:latin typeface="Arial"/>
              <a:ea typeface="Arial"/>
              <a:cs typeface="Arial"/>
              <a:sym typeface="Arial"/>
            </a:endParaRPr>
          </a:p>
          <a:p>
            <a:pPr indent="-311150" lvl="0" marL="311150" marR="0" rtl="0" algn="just">
              <a:lnSpc>
                <a:spcPct val="80000"/>
              </a:lnSpc>
              <a:spcBef>
                <a:spcPts val="480"/>
              </a:spcBef>
              <a:spcAft>
                <a:spcPts val="0"/>
              </a:spcAft>
              <a:buClr>
                <a:srgbClr val="000000"/>
              </a:buClr>
              <a:buSzPts val="1080"/>
              <a:buFont typeface="Noto Sans Symbols"/>
              <a:buChar char="•"/>
            </a:pPr>
            <a:r>
              <a:rPr b="1" i="0" lang="en-US" sz="2400" u="none">
                <a:solidFill>
                  <a:srgbClr val="000066"/>
                </a:solidFill>
                <a:latin typeface="Arial"/>
                <a:ea typeface="Arial"/>
                <a:cs typeface="Arial"/>
                <a:sym typeface="Arial"/>
              </a:rPr>
              <a:t>locate</a:t>
            </a:r>
            <a:r>
              <a:rPr b="0" i="0" lang="en-US" sz="2400" u="none">
                <a:solidFill>
                  <a:srgbClr val="000066"/>
                </a:solidFill>
                <a:latin typeface="Arial"/>
                <a:ea typeface="Arial"/>
                <a:cs typeface="Arial"/>
                <a:sym typeface="Arial"/>
              </a:rPr>
              <a:t> File locating program that uses the slocate database. </a:t>
            </a:r>
            <a:endParaRPr/>
          </a:p>
          <a:p>
            <a:pPr indent="-311150" lvl="0" marL="311150" marR="0" rtl="0" algn="just">
              <a:lnSpc>
                <a:spcPct val="80000"/>
              </a:lnSpc>
              <a:spcBef>
                <a:spcPts val="480"/>
              </a:spcBef>
              <a:spcAft>
                <a:spcPts val="0"/>
              </a:spcAft>
              <a:buClr>
                <a:srgbClr val="000000"/>
              </a:buClr>
              <a:buSzPts val="1080"/>
              <a:buFont typeface="Noto Sans Symbols"/>
              <a:buNone/>
            </a:pPr>
            <a:r>
              <a:rPr b="0" i="0" lang="en-US" sz="2400" u="none">
                <a:solidFill>
                  <a:srgbClr val="000066"/>
                </a:solidFill>
                <a:latin typeface="Arial"/>
                <a:ea typeface="Arial"/>
                <a:cs typeface="Arial"/>
                <a:sym typeface="Arial"/>
              </a:rPr>
              <a:t>    Ex: locate –u to create the database,</a:t>
            </a:r>
            <a:endParaRPr/>
          </a:p>
          <a:p>
            <a:pPr indent="-311150" lvl="0" marL="311150" marR="0" rtl="0" algn="just">
              <a:lnSpc>
                <a:spcPct val="80000"/>
              </a:lnSpc>
              <a:spcBef>
                <a:spcPts val="480"/>
              </a:spcBef>
              <a:spcAft>
                <a:spcPts val="0"/>
              </a:spcAft>
              <a:buClr>
                <a:srgbClr val="000000"/>
              </a:buClr>
              <a:buSzPts val="1080"/>
              <a:buFont typeface="Noto Sans Symbols"/>
              <a:buNone/>
            </a:pPr>
            <a:r>
              <a:rPr b="0" i="0" lang="en-US" sz="2400" u="none">
                <a:solidFill>
                  <a:srgbClr val="000066"/>
                </a:solidFill>
                <a:latin typeface="Arial"/>
                <a:ea typeface="Arial"/>
                <a:cs typeface="Arial"/>
                <a:sym typeface="Arial"/>
              </a:rPr>
              <a:t>          locate &lt;file/directory&gt; to find file/directory</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8" name="Shape 238"/>
        <p:cNvGrpSpPr/>
        <p:nvPr/>
      </p:nvGrpSpPr>
      <p:grpSpPr>
        <a:xfrm>
          <a:off x="0" y="0"/>
          <a:ext cx="0" cy="0"/>
          <a:chOff x="0" y="0"/>
          <a:chExt cx="0" cy="0"/>
        </a:xfrm>
      </p:grpSpPr>
      <p:sp>
        <p:nvSpPr>
          <p:cNvPr id="239" name="Google Shape;239;p20"/>
          <p:cNvSpPr txBox="1"/>
          <p:nvPr>
            <p:ph idx="4294967295" type="title"/>
          </p:nvPr>
        </p:nvSpPr>
        <p:spPr>
          <a:xfrm>
            <a:off x="0" y="568325"/>
            <a:ext cx="9144000" cy="1144587"/>
          </a:xfrm>
          <a:prstGeom prst="rect">
            <a:avLst/>
          </a:prstGeom>
          <a:noFill/>
          <a:ln>
            <a:noFill/>
          </a:ln>
        </p:spPr>
        <p:txBody>
          <a:bodyPr anchorCtr="0" anchor="ctr" bIns="0" lIns="0" spcFirstLastPara="1" rIns="0" wrap="square" tIns="0">
            <a:noAutofit/>
          </a:bodyPr>
          <a:lstStyle/>
          <a:p>
            <a:pPr indent="0" lvl="0" marL="1306512" marR="0" rtl="0" algn="ctr">
              <a:lnSpc>
                <a:spcPct val="100000"/>
              </a:lnSpc>
              <a:spcBef>
                <a:spcPts val="0"/>
              </a:spcBef>
              <a:spcAft>
                <a:spcPts val="0"/>
              </a:spcAft>
              <a:buClr>
                <a:srgbClr val="E4005C"/>
              </a:buClr>
              <a:buSzPts val="4000"/>
              <a:buFont typeface="Arial"/>
              <a:buNone/>
            </a:pPr>
            <a:r>
              <a:rPr b="1" i="0" lang="en-US" sz="4000" u="none">
                <a:solidFill>
                  <a:srgbClr val="E4005C"/>
                </a:solidFill>
                <a:latin typeface="Arial"/>
                <a:ea typeface="Arial"/>
                <a:cs typeface="Arial"/>
                <a:sym typeface="Arial"/>
              </a:rPr>
              <a:t>Linux File Management and Viewing</a:t>
            </a:r>
            <a:endParaRPr/>
          </a:p>
        </p:txBody>
      </p:sp>
      <p:sp>
        <p:nvSpPr>
          <p:cNvPr id="240" name="Google Shape;240;p20"/>
          <p:cNvSpPr txBox="1"/>
          <p:nvPr>
            <p:ph idx="4294967295" type="body"/>
          </p:nvPr>
        </p:nvSpPr>
        <p:spPr>
          <a:xfrm>
            <a:off x="671512" y="1906587"/>
            <a:ext cx="3825875" cy="4319587"/>
          </a:xfrm>
          <a:prstGeom prst="rect">
            <a:avLst/>
          </a:prstGeom>
          <a:noFill/>
          <a:ln>
            <a:noFill/>
          </a:ln>
        </p:spPr>
        <p:txBody>
          <a:bodyPr anchorCtr="0" anchor="t" bIns="45700" lIns="91425" spcFirstLastPara="1" rIns="91425" wrap="square" tIns="45700">
            <a:noAutofit/>
          </a:bodyPr>
          <a:lstStyle/>
          <a:p>
            <a:pPr indent="-311150" lvl="0" marL="311150" marR="0" rtl="0" algn="l">
              <a:lnSpc>
                <a:spcPct val="80000"/>
              </a:lnSpc>
              <a:spcBef>
                <a:spcPts val="0"/>
              </a:spcBef>
              <a:spcAft>
                <a:spcPts val="0"/>
              </a:spcAft>
              <a:buClr>
                <a:srgbClr val="000000"/>
              </a:buClr>
              <a:buSzPts val="1080"/>
              <a:buFont typeface="Noto Sans Symbols"/>
              <a:buNone/>
            </a:pPr>
            <a:r>
              <a:t/>
            </a:r>
            <a:endParaRPr b="1" i="0" sz="2400" u="none">
              <a:solidFill>
                <a:srgbClr val="000066"/>
              </a:solidFill>
              <a:latin typeface="Arial"/>
              <a:ea typeface="Arial"/>
              <a:cs typeface="Arial"/>
              <a:sym typeface="Arial"/>
            </a:endParaRPr>
          </a:p>
          <a:p>
            <a:pPr indent="-225107" lvl="0" marL="392112" marR="0" rtl="0" algn="l">
              <a:lnSpc>
                <a:spcPct val="95000"/>
              </a:lnSpc>
              <a:spcBef>
                <a:spcPts val="0"/>
              </a:spcBef>
              <a:spcAft>
                <a:spcPts val="0"/>
              </a:spcAft>
              <a:buClr>
                <a:srgbClr val="000000"/>
              </a:buClr>
              <a:buSzPts val="1080"/>
              <a:buFont typeface="Noto Sans Symbols"/>
              <a:buNone/>
            </a:pPr>
            <a:r>
              <a:t/>
            </a:r>
            <a:endParaRPr b="1" i="0" sz="2400" u="none">
              <a:solidFill>
                <a:srgbClr val="000066"/>
              </a:solidFill>
              <a:latin typeface="Arial"/>
              <a:ea typeface="Arial"/>
              <a:cs typeface="Arial"/>
              <a:sym typeface="Arial"/>
            </a:endParaRPr>
          </a:p>
        </p:txBody>
      </p:sp>
      <p:sp>
        <p:nvSpPr>
          <p:cNvPr id="241" name="Google Shape;241;p20"/>
          <p:cNvSpPr/>
          <p:nvPr/>
        </p:nvSpPr>
        <p:spPr>
          <a:xfrm>
            <a:off x="0" y="0"/>
            <a:ext cx="9144000" cy="565150"/>
          </a:xfrm>
          <a:prstGeom prst="roundRect">
            <a:avLst>
              <a:gd fmla="val 55" name="adj"/>
            </a:avLst>
          </a:prstGeom>
          <a:solidFill>
            <a:srgbClr val="21426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42" name="Google Shape;242;p20"/>
          <p:cNvSpPr/>
          <p:nvPr/>
        </p:nvSpPr>
        <p:spPr>
          <a:xfrm>
            <a:off x="511175" y="1270000"/>
            <a:ext cx="247650" cy="247650"/>
          </a:xfrm>
          <a:prstGeom prst="roundRect">
            <a:avLst>
              <a:gd fmla="val 125" name="adj"/>
            </a:avLst>
          </a:prstGeom>
          <a:solidFill>
            <a:srgbClr val="21426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43" name="Google Shape;243;p20"/>
          <p:cNvSpPr/>
          <p:nvPr/>
        </p:nvSpPr>
        <p:spPr>
          <a:xfrm>
            <a:off x="635000" y="1392237"/>
            <a:ext cx="247650" cy="247650"/>
          </a:xfrm>
          <a:prstGeom prst="roundRect">
            <a:avLst>
              <a:gd fmla="val 125" name="adj"/>
            </a:avLst>
          </a:prstGeom>
          <a:solidFill>
            <a:srgbClr val="00B8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44" name="Google Shape;244;p20"/>
          <p:cNvSpPr/>
          <p:nvPr/>
        </p:nvSpPr>
        <p:spPr>
          <a:xfrm>
            <a:off x="969962" y="1552575"/>
            <a:ext cx="7407275" cy="36512"/>
          </a:xfrm>
          <a:prstGeom prst="roundRect">
            <a:avLst>
              <a:gd fmla="val 900" name="adj"/>
            </a:avLst>
          </a:prstGeom>
          <a:gradFill>
            <a:gsLst>
              <a:gs pos="0">
                <a:srgbClr val="008000"/>
              </a:gs>
              <a:gs pos="100000">
                <a:srgbClr val="800080"/>
              </a:gs>
            </a:gsLst>
            <a:lin ang="19799999"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45" name="Google Shape;245;p20"/>
          <p:cNvSpPr txBox="1"/>
          <p:nvPr/>
        </p:nvSpPr>
        <p:spPr>
          <a:xfrm>
            <a:off x="123825" y="104775"/>
            <a:ext cx="5819775" cy="347662"/>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Clr>
                <a:schemeClr val="lt1"/>
              </a:buClr>
              <a:buSzPts val="2400"/>
              <a:buFont typeface="Times New Roman"/>
              <a:buNone/>
            </a:pPr>
            <a:r>
              <a:rPr b="1" i="0" lang="en-US" sz="2400" u="none">
                <a:solidFill>
                  <a:schemeClr val="lt1"/>
                </a:solidFill>
                <a:latin typeface="Times New Roman"/>
                <a:ea typeface="Times New Roman"/>
                <a:cs typeface="Times New Roman"/>
                <a:sym typeface="Times New Roman"/>
              </a:rPr>
              <a:t>Linux Commands</a:t>
            </a:r>
            <a:endParaRPr/>
          </a:p>
        </p:txBody>
      </p:sp>
      <p:sp>
        <p:nvSpPr>
          <p:cNvPr id="246" name="Google Shape;246;p20"/>
          <p:cNvSpPr/>
          <p:nvPr/>
        </p:nvSpPr>
        <p:spPr>
          <a:xfrm>
            <a:off x="0" y="4989512"/>
            <a:ext cx="106362" cy="1868487"/>
          </a:xfrm>
          <a:prstGeom prst="roundRect">
            <a:avLst>
              <a:gd fmla="val 291" name="adj"/>
            </a:avLst>
          </a:prstGeom>
          <a:solidFill>
            <a:srgbClr val="21426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47" name="Google Shape;247;p20"/>
          <p:cNvSpPr txBox="1"/>
          <p:nvPr>
            <p:ph idx="4294967295" type="body"/>
          </p:nvPr>
        </p:nvSpPr>
        <p:spPr>
          <a:xfrm>
            <a:off x="457200" y="1906587"/>
            <a:ext cx="8020050" cy="4319587"/>
          </a:xfrm>
          <a:prstGeom prst="rect">
            <a:avLst/>
          </a:prstGeom>
          <a:noFill/>
          <a:ln>
            <a:noFill/>
          </a:ln>
        </p:spPr>
        <p:txBody>
          <a:bodyPr anchorCtr="0" anchor="t" bIns="45700" lIns="91425" spcFirstLastPara="1" rIns="91425" wrap="square" tIns="45700">
            <a:noAutofit/>
          </a:bodyPr>
          <a:lstStyle/>
          <a:p>
            <a:pPr indent="-311150" lvl="0" marL="311150" marR="0" rtl="0" algn="just">
              <a:lnSpc>
                <a:spcPct val="90000"/>
              </a:lnSpc>
              <a:spcBef>
                <a:spcPts val="0"/>
              </a:spcBef>
              <a:spcAft>
                <a:spcPts val="0"/>
              </a:spcAft>
              <a:buClr>
                <a:srgbClr val="000000"/>
              </a:buClr>
              <a:buSzPts val="1080"/>
              <a:buFont typeface="Noto Sans Symbols"/>
              <a:buChar char="•"/>
            </a:pPr>
            <a:r>
              <a:rPr b="1" i="0" lang="en-US" sz="2400" u="none">
                <a:solidFill>
                  <a:srgbClr val="000066"/>
                </a:solidFill>
                <a:latin typeface="Arial"/>
                <a:ea typeface="Arial"/>
                <a:cs typeface="Arial"/>
                <a:sym typeface="Arial"/>
              </a:rPr>
              <a:t>pwd</a:t>
            </a:r>
            <a:r>
              <a:rPr b="0" i="0" lang="en-US" sz="2400" u="none">
                <a:solidFill>
                  <a:srgbClr val="000066"/>
                </a:solidFill>
                <a:latin typeface="Arial"/>
                <a:ea typeface="Arial"/>
                <a:cs typeface="Arial"/>
                <a:sym typeface="Arial"/>
              </a:rPr>
              <a:t> Print or list the present working directory with full path.</a:t>
            </a:r>
            <a:endParaRPr/>
          </a:p>
          <a:p>
            <a:pPr indent="-311150" lvl="0" marL="311150" marR="0" rtl="0" algn="just">
              <a:lnSpc>
                <a:spcPct val="90000"/>
              </a:lnSpc>
              <a:spcBef>
                <a:spcPts val="480"/>
              </a:spcBef>
              <a:spcAft>
                <a:spcPts val="0"/>
              </a:spcAft>
              <a:buClr>
                <a:srgbClr val="000000"/>
              </a:buClr>
              <a:buSzPts val="1080"/>
              <a:buFont typeface="Noto Sans Symbols"/>
              <a:buChar char="•"/>
            </a:pPr>
            <a:r>
              <a:rPr b="1" i="0" lang="en-US" sz="2400" u="none">
                <a:solidFill>
                  <a:srgbClr val="000066"/>
                </a:solidFill>
                <a:latin typeface="Arial"/>
                <a:ea typeface="Arial"/>
                <a:cs typeface="Arial"/>
                <a:sym typeface="Arial"/>
              </a:rPr>
              <a:t>rm</a:t>
            </a:r>
            <a:r>
              <a:rPr b="0" i="0" lang="en-US" sz="2400" u="none">
                <a:solidFill>
                  <a:srgbClr val="000066"/>
                </a:solidFill>
                <a:latin typeface="Arial"/>
                <a:ea typeface="Arial"/>
                <a:cs typeface="Arial"/>
                <a:sym typeface="Arial"/>
              </a:rPr>
              <a:t> Delete files (Remove files). (rm –rf &lt;directory/file&gt;) </a:t>
            </a:r>
            <a:endParaRPr/>
          </a:p>
          <a:p>
            <a:pPr indent="-311150" lvl="0" marL="311150" marR="0" rtl="0" algn="just">
              <a:lnSpc>
                <a:spcPct val="90000"/>
              </a:lnSpc>
              <a:spcBef>
                <a:spcPts val="480"/>
              </a:spcBef>
              <a:spcAft>
                <a:spcPts val="0"/>
              </a:spcAft>
              <a:buClr>
                <a:srgbClr val="000000"/>
              </a:buClr>
              <a:buSzPts val="1080"/>
              <a:buFont typeface="Noto Sans Symbols"/>
              <a:buChar char="•"/>
            </a:pPr>
            <a:r>
              <a:rPr b="1" i="0" lang="en-US" sz="2400" u="none">
                <a:solidFill>
                  <a:srgbClr val="000066"/>
                </a:solidFill>
                <a:latin typeface="Arial"/>
                <a:ea typeface="Arial"/>
                <a:cs typeface="Arial"/>
                <a:sym typeface="Arial"/>
              </a:rPr>
              <a:t>rmdir </a:t>
            </a:r>
            <a:r>
              <a:rPr b="0" i="0" lang="en-US" sz="2400" u="none">
                <a:solidFill>
                  <a:srgbClr val="000066"/>
                </a:solidFill>
                <a:latin typeface="Arial"/>
                <a:ea typeface="Arial"/>
                <a:cs typeface="Arial"/>
                <a:sym typeface="Arial"/>
              </a:rPr>
              <a:t>Remove a directory. The directory must be empty. (rmdir &lt;directory&gt;) </a:t>
            </a:r>
            <a:endParaRPr/>
          </a:p>
          <a:p>
            <a:pPr indent="-311150" lvl="0" marL="311150" marR="0" rtl="0" algn="just">
              <a:lnSpc>
                <a:spcPct val="90000"/>
              </a:lnSpc>
              <a:spcBef>
                <a:spcPts val="480"/>
              </a:spcBef>
              <a:spcAft>
                <a:spcPts val="0"/>
              </a:spcAft>
              <a:buClr>
                <a:srgbClr val="000000"/>
              </a:buClr>
              <a:buSzPts val="1080"/>
              <a:buFont typeface="Noto Sans Symbols"/>
              <a:buChar char="•"/>
            </a:pPr>
            <a:r>
              <a:rPr b="1" i="0" lang="en-US" sz="2400" u="none">
                <a:solidFill>
                  <a:srgbClr val="000066"/>
                </a:solidFill>
                <a:latin typeface="Arial"/>
                <a:ea typeface="Arial"/>
                <a:cs typeface="Arial"/>
                <a:sym typeface="Arial"/>
              </a:rPr>
              <a:t>touch</a:t>
            </a:r>
            <a:r>
              <a:rPr b="0" i="0" lang="en-US" sz="2400" u="none">
                <a:solidFill>
                  <a:srgbClr val="000066"/>
                </a:solidFill>
                <a:latin typeface="Arial"/>
                <a:ea typeface="Arial"/>
                <a:cs typeface="Arial"/>
                <a:sym typeface="Arial"/>
              </a:rPr>
              <a:t> Change file timestamps to the current time. Make the file if it doesn't exist. (touch &lt;filename&gt;)</a:t>
            </a:r>
            <a:endParaRPr/>
          </a:p>
          <a:p>
            <a:pPr indent="-311150" lvl="0" marL="311150" marR="0" rtl="0" algn="just">
              <a:lnSpc>
                <a:spcPct val="90000"/>
              </a:lnSpc>
              <a:spcBef>
                <a:spcPts val="480"/>
              </a:spcBef>
              <a:spcAft>
                <a:spcPts val="0"/>
              </a:spcAft>
              <a:buClr>
                <a:srgbClr val="000000"/>
              </a:buClr>
              <a:buSzPts val="1080"/>
              <a:buFont typeface="Noto Sans Symbols"/>
              <a:buChar char="•"/>
            </a:pPr>
            <a:r>
              <a:rPr b="1" i="0" lang="en-US" sz="2400" u="none">
                <a:solidFill>
                  <a:srgbClr val="000066"/>
                </a:solidFill>
                <a:latin typeface="Arial"/>
                <a:ea typeface="Arial"/>
                <a:cs typeface="Arial"/>
                <a:sym typeface="Arial"/>
              </a:rPr>
              <a:t>whereis </a:t>
            </a:r>
            <a:r>
              <a:rPr b="0" i="0" lang="en-US" sz="2400" u="none">
                <a:solidFill>
                  <a:srgbClr val="000066"/>
                </a:solidFill>
                <a:latin typeface="Arial"/>
                <a:ea typeface="Arial"/>
                <a:cs typeface="Arial"/>
                <a:sym typeface="Arial"/>
              </a:rPr>
              <a:t>Locate the binary and man page files for a command. (whereis &lt;program/command&gt;)</a:t>
            </a:r>
            <a:endParaRPr/>
          </a:p>
          <a:p>
            <a:pPr indent="-311150" lvl="0" marL="311150" marR="0" rtl="0" algn="just">
              <a:lnSpc>
                <a:spcPct val="90000"/>
              </a:lnSpc>
              <a:spcBef>
                <a:spcPts val="480"/>
              </a:spcBef>
              <a:spcAft>
                <a:spcPts val="0"/>
              </a:spcAft>
              <a:buClr>
                <a:srgbClr val="000000"/>
              </a:buClr>
              <a:buSzPts val="1080"/>
              <a:buFont typeface="Noto Sans Symbols"/>
              <a:buChar char="•"/>
            </a:pPr>
            <a:r>
              <a:rPr b="1" i="0" lang="en-US" sz="2400" u="none">
                <a:solidFill>
                  <a:srgbClr val="000066"/>
                </a:solidFill>
                <a:latin typeface="Arial"/>
                <a:ea typeface="Arial"/>
                <a:cs typeface="Arial"/>
                <a:sym typeface="Arial"/>
              </a:rPr>
              <a:t>which</a:t>
            </a:r>
            <a:r>
              <a:rPr b="0" i="0" lang="en-US" sz="2400" u="none">
                <a:solidFill>
                  <a:srgbClr val="000066"/>
                </a:solidFill>
                <a:latin typeface="Arial"/>
                <a:ea typeface="Arial"/>
                <a:cs typeface="Arial"/>
                <a:sym typeface="Arial"/>
              </a:rPr>
              <a:t> Show full path of commands where given commands reside. (which &lt;command&gt;)</a:t>
            </a:r>
            <a:endParaRPr/>
          </a:p>
          <a:p>
            <a:pPr indent="-225107" lvl="0" marL="392112" marR="0" rtl="0" algn="l">
              <a:lnSpc>
                <a:spcPct val="95000"/>
              </a:lnSpc>
              <a:spcBef>
                <a:spcPts val="0"/>
              </a:spcBef>
              <a:spcAft>
                <a:spcPts val="0"/>
              </a:spcAft>
              <a:buClr>
                <a:srgbClr val="000000"/>
              </a:buClr>
              <a:buSzPts val="1080"/>
              <a:buFont typeface="Noto Sans Symbols"/>
              <a:buNone/>
            </a:pPr>
            <a:r>
              <a:t/>
            </a:r>
            <a:endParaRPr b="0" i="0" sz="2400" u="none">
              <a:solidFill>
                <a:srgbClr val="000066"/>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1" name="Shape 251"/>
        <p:cNvGrpSpPr/>
        <p:nvPr/>
      </p:nvGrpSpPr>
      <p:grpSpPr>
        <a:xfrm>
          <a:off x="0" y="0"/>
          <a:ext cx="0" cy="0"/>
          <a:chOff x="0" y="0"/>
          <a:chExt cx="0" cy="0"/>
        </a:xfrm>
      </p:grpSpPr>
      <p:sp>
        <p:nvSpPr>
          <p:cNvPr id="252" name="Google Shape;252;p21"/>
          <p:cNvSpPr txBox="1"/>
          <p:nvPr>
            <p:ph idx="4294967295" type="title"/>
          </p:nvPr>
        </p:nvSpPr>
        <p:spPr>
          <a:xfrm>
            <a:off x="0" y="568325"/>
            <a:ext cx="9144000" cy="1144587"/>
          </a:xfrm>
          <a:prstGeom prst="rect">
            <a:avLst/>
          </a:prstGeom>
          <a:noFill/>
          <a:ln>
            <a:noFill/>
          </a:ln>
        </p:spPr>
        <p:txBody>
          <a:bodyPr anchorCtr="0" anchor="ctr" bIns="0" lIns="0" spcFirstLastPara="1" rIns="0" wrap="square" tIns="0">
            <a:noAutofit/>
          </a:bodyPr>
          <a:lstStyle/>
          <a:p>
            <a:pPr indent="0" lvl="0" marL="1306512" marR="0" rtl="0" algn="ctr">
              <a:lnSpc>
                <a:spcPct val="100000"/>
              </a:lnSpc>
              <a:spcBef>
                <a:spcPts val="0"/>
              </a:spcBef>
              <a:spcAft>
                <a:spcPts val="0"/>
              </a:spcAft>
              <a:buClr>
                <a:srgbClr val="E4005C"/>
              </a:buClr>
              <a:buSzPts val="4000"/>
              <a:buFont typeface="Arial"/>
              <a:buNone/>
            </a:pPr>
            <a:r>
              <a:rPr b="1" i="0" lang="en-US" sz="4000" u="none">
                <a:solidFill>
                  <a:srgbClr val="E4005C"/>
                </a:solidFill>
                <a:latin typeface="Arial"/>
                <a:ea typeface="Arial"/>
                <a:cs typeface="Arial"/>
                <a:sym typeface="Arial"/>
              </a:rPr>
              <a:t>Linux File Management and Viewing</a:t>
            </a:r>
            <a:endParaRPr/>
          </a:p>
        </p:txBody>
      </p:sp>
      <p:sp>
        <p:nvSpPr>
          <p:cNvPr id="253" name="Google Shape;253;p21"/>
          <p:cNvSpPr txBox="1"/>
          <p:nvPr>
            <p:ph idx="4294967295" type="body"/>
          </p:nvPr>
        </p:nvSpPr>
        <p:spPr>
          <a:xfrm>
            <a:off x="671512" y="1906587"/>
            <a:ext cx="3825875" cy="4319587"/>
          </a:xfrm>
          <a:prstGeom prst="rect">
            <a:avLst/>
          </a:prstGeom>
          <a:noFill/>
          <a:ln>
            <a:noFill/>
          </a:ln>
        </p:spPr>
        <p:txBody>
          <a:bodyPr anchorCtr="0" anchor="t" bIns="45700" lIns="91425" spcFirstLastPara="1" rIns="91425" wrap="square" tIns="45700">
            <a:noAutofit/>
          </a:bodyPr>
          <a:lstStyle/>
          <a:p>
            <a:pPr indent="-311150" lvl="0" marL="311150" marR="0" rtl="0" algn="l">
              <a:lnSpc>
                <a:spcPct val="80000"/>
              </a:lnSpc>
              <a:spcBef>
                <a:spcPts val="0"/>
              </a:spcBef>
              <a:spcAft>
                <a:spcPts val="0"/>
              </a:spcAft>
              <a:buClr>
                <a:srgbClr val="000000"/>
              </a:buClr>
              <a:buSzPts val="1080"/>
              <a:buFont typeface="Noto Sans Symbols"/>
              <a:buNone/>
            </a:pPr>
            <a:r>
              <a:t/>
            </a:r>
            <a:endParaRPr b="1" i="0" sz="2400" u="none">
              <a:solidFill>
                <a:srgbClr val="000066"/>
              </a:solidFill>
              <a:latin typeface="Arial"/>
              <a:ea typeface="Arial"/>
              <a:cs typeface="Arial"/>
              <a:sym typeface="Arial"/>
            </a:endParaRPr>
          </a:p>
          <a:p>
            <a:pPr indent="-225107" lvl="0" marL="392112" marR="0" rtl="0" algn="l">
              <a:lnSpc>
                <a:spcPct val="95000"/>
              </a:lnSpc>
              <a:spcBef>
                <a:spcPts val="0"/>
              </a:spcBef>
              <a:spcAft>
                <a:spcPts val="0"/>
              </a:spcAft>
              <a:buClr>
                <a:srgbClr val="000000"/>
              </a:buClr>
              <a:buSzPts val="1080"/>
              <a:buFont typeface="Noto Sans Symbols"/>
              <a:buNone/>
            </a:pPr>
            <a:r>
              <a:t/>
            </a:r>
            <a:endParaRPr b="1" i="0" sz="2400" u="none">
              <a:solidFill>
                <a:srgbClr val="000066"/>
              </a:solidFill>
              <a:latin typeface="Arial"/>
              <a:ea typeface="Arial"/>
              <a:cs typeface="Arial"/>
              <a:sym typeface="Arial"/>
            </a:endParaRPr>
          </a:p>
        </p:txBody>
      </p:sp>
      <p:sp>
        <p:nvSpPr>
          <p:cNvPr id="254" name="Google Shape;254;p21"/>
          <p:cNvSpPr/>
          <p:nvPr/>
        </p:nvSpPr>
        <p:spPr>
          <a:xfrm>
            <a:off x="0" y="0"/>
            <a:ext cx="9144000" cy="565150"/>
          </a:xfrm>
          <a:prstGeom prst="roundRect">
            <a:avLst>
              <a:gd fmla="val 55" name="adj"/>
            </a:avLst>
          </a:prstGeom>
          <a:solidFill>
            <a:srgbClr val="21426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55" name="Google Shape;255;p21"/>
          <p:cNvSpPr/>
          <p:nvPr/>
        </p:nvSpPr>
        <p:spPr>
          <a:xfrm>
            <a:off x="511175" y="1270000"/>
            <a:ext cx="247650" cy="247650"/>
          </a:xfrm>
          <a:prstGeom prst="roundRect">
            <a:avLst>
              <a:gd fmla="val 125" name="adj"/>
            </a:avLst>
          </a:prstGeom>
          <a:solidFill>
            <a:srgbClr val="21426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56" name="Google Shape;256;p21"/>
          <p:cNvSpPr/>
          <p:nvPr/>
        </p:nvSpPr>
        <p:spPr>
          <a:xfrm>
            <a:off x="635000" y="1392237"/>
            <a:ext cx="247650" cy="247650"/>
          </a:xfrm>
          <a:prstGeom prst="roundRect">
            <a:avLst>
              <a:gd fmla="val 125" name="adj"/>
            </a:avLst>
          </a:prstGeom>
          <a:solidFill>
            <a:srgbClr val="00B8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57" name="Google Shape;257;p21"/>
          <p:cNvSpPr/>
          <p:nvPr/>
        </p:nvSpPr>
        <p:spPr>
          <a:xfrm>
            <a:off x="969962" y="1552575"/>
            <a:ext cx="7407275" cy="36512"/>
          </a:xfrm>
          <a:prstGeom prst="roundRect">
            <a:avLst>
              <a:gd fmla="val 900" name="adj"/>
            </a:avLst>
          </a:prstGeom>
          <a:gradFill>
            <a:gsLst>
              <a:gs pos="0">
                <a:srgbClr val="008000"/>
              </a:gs>
              <a:gs pos="100000">
                <a:srgbClr val="800080"/>
              </a:gs>
            </a:gsLst>
            <a:lin ang="19799999"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58" name="Google Shape;258;p21"/>
          <p:cNvSpPr txBox="1"/>
          <p:nvPr/>
        </p:nvSpPr>
        <p:spPr>
          <a:xfrm>
            <a:off x="123825" y="104775"/>
            <a:ext cx="5819775" cy="347662"/>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Clr>
                <a:schemeClr val="lt1"/>
              </a:buClr>
              <a:buSzPts val="2400"/>
              <a:buFont typeface="Times New Roman"/>
              <a:buNone/>
            </a:pPr>
            <a:r>
              <a:rPr b="1" i="0" lang="en-US" sz="2400" u="none">
                <a:solidFill>
                  <a:schemeClr val="lt1"/>
                </a:solidFill>
                <a:latin typeface="Times New Roman"/>
                <a:ea typeface="Times New Roman"/>
                <a:cs typeface="Times New Roman"/>
                <a:sym typeface="Times New Roman"/>
              </a:rPr>
              <a:t>Linux Commands</a:t>
            </a:r>
            <a:endParaRPr/>
          </a:p>
        </p:txBody>
      </p:sp>
      <p:sp>
        <p:nvSpPr>
          <p:cNvPr id="259" name="Google Shape;259;p21"/>
          <p:cNvSpPr/>
          <p:nvPr/>
        </p:nvSpPr>
        <p:spPr>
          <a:xfrm>
            <a:off x="0" y="4989512"/>
            <a:ext cx="106362" cy="1868487"/>
          </a:xfrm>
          <a:prstGeom prst="roundRect">
            <a:avLst>
              <a:gd fmla="val 291" name="adj"/>
            </a:avLst>
          </a:prstGeom>
          <a:solidFill>
            <a:srgbClr val="21426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60" name="Google Shape;260;p21"/>
          <p:cNvSpPr txBox="1"/>
          <p:nvPr>
            <p:ph idx="4294967295" type="body"/>
          </p:nvPr>
        </p:nvSpPr>
        <p:spPr>
          <a:xfrm>
            <a:off x="381000" y="1906587"/>
            <a:ext cx="8096250" cy="4319587"/>
          </a:xfrm>
          <a:prstGeom prst="rect">
            <a:avLst/>
          </a:prstGeom>
          <a:noFill/>
          <a:ln>
            <a:noFill/>
          </a:ln>
        </p:spPr>
        <p:txBody>
          <a:bodyPr anchorCtr="0" anchor="t" bIns="45700" lIns="91425" spcFirstLastPara="1" rIns="91425" wrap="square" tIns="45700">
            <a:noAutofit/>
          </a:bodyPr>
          <a:lstStyle/>
          <a:p>
            <a:pPr indent="-311150" lvl="0" marL="311150" marR="0" rtl="0" algn="l">
              <a:lnSpc>
                <a:spcPct val="100000"/>
              </a:lnSpc>
              <a:spcBef>
                <a:spcPts val="0"/>
              </a:spcBef>
              <a:spcAft>
                <a:spcPts val="0"/>
              </a:spcAft>
              <a:buClr>
                <a:srgbClr val="000000"/>
              </a:buClr>
              <a:buSzPts val="1080"/>
              <a:buFont typeface="Noto Sans Symbols"/>
              <a:buNone/>
            </a:pPr>
            <a:r>
              <a:rPr b="1" i="0" lang="en-US" sz="2400" u="none">
                <a:solidFill>
                  <a:srgbClr val="000066"/>
                </a:solidFill>
                <a:latin typeface="Arial"/>
                <a:ea typeface="Arial"/>
                <a:cs typeface="Arial"/>
                <a:sym typeface="Arial"/>
              </a:rPr>
              <a:t>File viewing and editing</a:t>
            </a:r>
            <a:endParaRPr/>
          </a:p>
          <a:p>
            <a:pPr indent="-311150" lvl="0" marL="311150" marR="0" rtl="0" algn="just">
              <a:lnSpc>
                <a:spcPct val="80000"/>
              </a:lnSpc>
              <a:spcBef>
                <a:spcPts val="1200"/>
              </a:spcBef>
              <a:spcAft>
                <a:spcPts val="0"/>
              </a:spcAft>
              <a:buClr>
                <a:srgbClr val="000000"/>
              </a:buClr>
              <a:buSzPts val="1080"/>
              <a:buFont typeface="Noto Sans Symbols"/>
              <a:buChar char="•"/>
            </a:pPr>
            <a:r>
              <a:rPr b="1" i="0" lang="en-US" sz="2400" u="none">
                <a:solidFill>
                  <a:srgbClr val="000066"/>
                </a:solidFill>
                <a:latin typeface="Arial"/>
                <a:ea typeface="Arial"/>
                <a:cs typeface="Arial"/>
                <a:sym typeface="Arial"/>
              </a:rPr>
              <a:t>emacs</a:t>
            </a:r>
            <a:r>
              <a:rPr b="0" i="0" lang="en-US" sz="2400" u="none">
                <a:solidFill>
                  <a:srgbClr val="000066"/>
                </a:solidFill>
                <a:latin typeface="Arial"/>
                <a:ea typeface="Arial"/>
                <a:cs typeface="Arial"/>
                <a:sym typeface="Arial"/>
              </a:rPr>
              <a:t> Full screen editor.</a:t>
            </a:r>
            <a:endParaRPr/>
          </a:p>
          <a:p>
            <a:pPr indent="-311150" lvl="0" marL="311150" marR="0" rtl="0" algn="just">
              <a:lnSpc>
                <a:spcPct val="80000"/>
              </a:lnSpc>
              <a:spcBef>
                <a:spcPts val="1200"/>
              </a:spcBef>
              <a:spcAft>
                <a:spcPts val="0"/>
              </a:spcAft>
              <a:buClr>
                <a:srgbClr val="000000"/>
              </a:buClr>
              <a:buSzPts val="1080"/>
              <a:buFont typeface="Noto Sans Symbols"/>
              <a:buChar char="•"/>
            </a:pPr>
            <a:r>
              <a:rPr b="1" i="0" lang="en-US" sz="2400" u="none">
                <a:solidFill>
                  <a:srgbClr val="000066"/>
                </a:solidFill>
                <a:latin typeface="Arial"/>
                <a:ea typeface="Arial"/>
                <a:cs typeface="Arial"/>
                <a:sym typeface="Arial"/>
              </a:rPr>
              <a:t>pico</a:t>
            </a:r>
            <a:r>
              <a:rPr b="0" i="0" lang="en-US" sz="2400" u="none">
                <a:solidFill>
                  <a:srgbClr val="000066"/>
                </a:solidFill>
                <a:latin typeface="Arial"/>
                <a:ea typeface="Arial"/>
                <a:cs typeface="Arial"/>
                <a:sym typeface="Arial"/>
              </a:rPr>
              <a:t> Simple text editor.</a:t>
            </a:r>
            <a:endParaRPr/>
          </a:p>
          <a:p>
            <a:pPr indent="-311150" lvl="0" marL="311150" marR="0" rtl="0" algn="just">
              <a:lnSpc>
                <a:spcPct val="80000"/>
              </a:lnSpc>
              <a:spcBef>
                <a:spcPts val="1200"/>
              </a:spcBef>
              <a:spcAft>
                <a:spcPts val="0"/>
              </a:spcAft>
              <a:buClr>
                <a:srgbClr val="000000"/>
              </a:buClr>
              <a:buSzPts val="1080"/>
              <a:buFont typeface="Noto Sans Symbols"/>
              <a:buChar char="•"/>
            </a:pPr>
            <a:r>
              <a:rPr b="1" i="0" lang="en-US" sz="2400" u="none">
                <a:solidFill>
                  <a:srgbClr val="000066"/>
                </a:solidFill>
                <a:latin typeface="Arial"/>
                <a:ea typeface="Arial"/>
                <a:cs typeface="Arial"/>
                <a:sym typeface="Arial"/>
              </a:rPr>
              <a:t>vi</a:t>
            </a:r>
            <a:r>
              <a:rPr b="0" i="0" lang="en-US" sz="2400" u="none">
                <a:solidFill>
                  <a:srgbClr val="000066"/>
                </a:solidFill>
                <a:latin typeface="Arial"/>
                <a:ea typeface="Arial"/>
                <a:cs typeface="Arial"/>
                <a:sym typeface="Arial"/>
              </a:rPr>
              <a:t> Editor with a command mode and text mode. Starts in command mode. </a:t>
            </a:r>
            <a:endParaRPr/>
          </a:p>
          <a:p>
            <a:pPr indent="-311150" lvl="0" marL="311150" marR="0" rtl="0" algn="just">
              <a:lnSpc>
                <a:spcPct val="80000"/>
              </a:lnSpc>
              <a:spcBef>
                <a:spcPts val="1200"/>
              </a:spcBef>
              <a:spcAft>
                <a:spcPts val="0"/>
              </a:spcAft>
              <a:buClr>
                <a:srgbClr val="000000"/>
              </a:buClr>
              <a:buSzPts val="1080"/>
              <a:buFont typeface="Noto Sans Symbols"/>
              <a:buChar char="•"/>
            </a:pPr>
            <a:r>
              <a:rPr b="1" i="0" lang="en-US" sz="2400" u="none">
                <a:solidFill>
                  <a:srgbClr val="000066"/>
                </a:solidFill>
                <a:latin typeface="Arial"/>
                <a:ea typeface="Arial"/>
                <a:cs typeface="Arial"/>
                <a:sym typeface="Arial"/>
              </a:rPr>
              <a:t>gedit</a:t>
            </a:r>
            <a:r>
              <a:rPr b="0" i="0" lang="en-US" sz="2400" u="none">
                <a:solidFill>
                  <a:srgbClr val="000066"/>
                </a:solidFill>
                <a:latin typeface="Arial"/>
                <a:ea typeface="Arial"/>
                <a:cs typeface="Arial"/>
                <a:sym typeface="Arial"/>
              </a:rPr>
              <a:t> GUI Text Editor</a:t>
            </a:r>
            <a:endParaRPr/>
          </a:p>
          <a:p>
            <a:pPr indent="-311150" lvl="0" marL="311150" marR="0" rtl="0" algn="just">
              <a:lnSpc>
                <a:spcPct val="80000"/>
              </a:lnSpc>
              <a:spcBef>
                <a:spcPts val="1200"/>
              </a:spcBef>
              <a:spcAft>
                <a:spcPts val="0"/>
              </a:spcAft>
              <a:buClr>
                <a:srgbClr val="000000"/>
              </a:buClr>
              <a:buSzPts val="1080"/>
              <a:buFont typeface="Noto Sans Symbols"/>
              <a:buChar char="•"/>
            </a:pPr>
            <a:r>
              <a:rPr b="1" i="0" lang="en-US" sz="2400" u="none">
                <a:solidFill>
                  <a:srgbClr val="000066"/>
                </a:solidFill>
                <a:latin typeface="Arial"/>
                <a:ea typeface="Arial"/>
                <a:cs typeface="Arial"/>
                <a:sym typeface="Arial"/>
              </a:rPr>
              <a:t>tail </a:t>
            </a:r>
            <a:r>
              <a:rPr b="0" i="0" lang="en-US" sz="2400" u="none">
                <a:solidFill>
                  <a:srgbClr val="000066"/>
                </a:solidFill>
                <a:latin typeface="Arial"/>
                <a:ea typeface="Arial"/>
                <a:cs typeface="Arial"/>
                <a:sym typeface="Arial"/>
              </a:rPr>
              <a:t>Look at the last 10 lines of a file. </a:t>
            </a:r>
            <a:endParaRPr/>
          </a:p>
          <a:p>
            <a:pPr indent="-311150" lvl="0" marL="311150" marR="0" rtl="0" algn="just">
              <a:lnSpc>
                <a:spcPct val="80000"/>
              </a:lnSpc>
              <a:spcBef>
                <a:spcPts val="1200"/>
              </a:spcBef>
              <a:spcAft>
                <a:spcPts val="0"/>
              </a:spcAft>
              <a:buClr>
                <a:srgbClr val="000000"/>
              </a:buClr>
              <a:buSzPts val="1080"/>
              <a:buFont typeface="Noto Sans Symbols"/>
              <a:buNone/>
            </a:pPr>
            <a:r>
              <a:rPr b="0" i="0" lang="en-US" sz="2400" u="none">
                <a:solidFill>
                  <a:srgbClr val="000066"/>
                </a:solidFill>
                <a:latin typeface="Arial"/>
                <a:ea typeface="Arial"/>
                <a:cs typeface="Arial"/>
                <a:sym typeface="Arial"/>
              </a:rPr>
              <a:t>    Ex: tail –f &lt;filename&gt; , </a:t>
            </a:r>
            <a:endParaRPr/>
          </a:p>
          <a:p>
            <a:pPr indent="-311150" lvl="0" marL="311150" marR="0" rtl="0" algn="just">
              <a:lnSpc>
                <a:spcPct val="80000"/>
              </a:lnSpc>
              <a:spcBef>
                <a:spcPts val="1200"/>
              </a:spcBef>
              <a:spcAft>
                <a:spcPts val="0"/>
              </a:spcAft>
              <a:buClr>
                <a:srgbClr val="000000"/>
              </a:buClr>
              <a:buSzPts val="1080"/>
              <a:buFont typeface="Noto Sans Symbols"/>
              <a:buNone/>
            </a:pPr>
            <a:r>
              <a:rPr b="0" i="0" lang="en-US" sz="2400" u="none">
                <a:solidFill>
                  <a:srgbClr val="000066"/>
                </a:solidFill>
                <a:latin typeface="Arial"/>
                <a:ea typeface="Arial"/>
                <a:cs typeface="Arial"/>
                <a:sym typeface="Arial"/>
              </a:rPr>
              <a:t>    Ex: tail -100 &lt;filename&gt;</a:t>
            </a:r>
            <a:endParaRPr/>
          </a:p>
          <a:p>
            <a:pPr indent="-311150" lvl="0" marL="311150" marR="0" rtl="0" algn="just">
              <a:lnSpc>
                <a:spcPct val="80000"/>
              </a:lnSpc>
              <a:spcBef>
                <a:spcPts val="1200"/>
              </a:spcBef>
              <a:spcAft>
                <a:spcPts val="0"/>
              </a:spcAft>
              <a:buClr>
                <a:srgbClr val="000000"/>
              </a:buClr>
              <a:buSzPts val="1080"/>
              <a:buFont typeface="Noto Sans Symbols"/>
              <a:buChar char="•"/>
            </a:pPr>
            <a:r>
              <a:rPr b="1" i="0" lang="en-US" sz="2400" u="none">
                <a:solidFill>
                  <a:srgbClr val="000066"/>
                </a:solidFill>
                <a:latin typeface="Arial"/>
                <a:ea typeface="Arial"/>
                <a:cs typeface="Arial"/>
                <a:sym typeface="Arial"/>
              </a:rPr>
              <a:t>head</a:t>
            </a:r>
            <a:r>
              <a:rPr b="0" i="0" lang="en-US" sz="2400" u="none">
                <a:solidFill>
                  <a:srgbClr val="000066"/>
                </a:solidFill>
                <a:latin typeface="Arial"/>
                <a:ea typeface="Arial"/>
                <a:cs typeface="Arial"/>
                <a:sym typeface="Arial"/>
              </a:rPr>
              <a:t> Look at the first 10 lines of a file. (head &lt;filename&gt;)</a:t>
            </a:r>
            <a:endParaRPr/>
          </a:p>
          <a:p>
            <a:pPr indent="-225107" lvl="0" marL="392112" marR="0" rtl="0" algn="l">
              <a:lnSpc>
                <a:spcPct val="95000"/>
              </a:lnSpc>
              <a:spcBef>
                <a:spcPts val="0"/>
              </a:spcBef>
              <a:spcAft>
                <a:spcPts val="0"/>
              </a:spcAft>
              <a:buClr>
                <a:srgbClr val="000000"/>
              </a:buClr>
              <a:buSzPts val="1080"/>
              <a:buFont typeface="Noto Sans Symbols"/>
              <a:buNone/>
            </a:pPr>
            <a:r>
              <a:t/>
            </a:r>
            <a:endParaRPr b="0" i="0" sz="2400" u="none">
              <a:solidFill>
                <a:srgbClr val="000066"/>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4" name="Shape 264"/>
        <p:cNvGrpSpPr/>
        <p:nvPr/>
      </p:nvGrpSpPr>
      <p:grpSpPr>
        <a:xfrm>
          <a:off x="0" y="0"/>
          <a:ext cx="0" cy="0"/>
          <a:chOff x="0" y="0"/>
          <a:chExt cx="0" cy="0"/>
        </a:xfrm>
      </p:grpSpPr>
      <p:sp>
        <p:nvSpPr>
          <p:cNvPr id="265" name="Google Shape;265;p22"/>
          <p:cNvSpPr txBox="1"/>
          <p:nvPr>
            <p:ph idx="4294967295" type="title"/>
          </p:nvPr>
        </p:nvSpPr>
        <p:spPr>
          <a:xfrm>
            <a:off x="0" y="609600"/>
            <a:ext cx="9144000" cy="1144587"/>
          </a:xfrm>
          <a:prstGeom prst="rect">
            <a:avLst/>
          </a:prstGeom>
          <a:noFill/>
          <a:ln>
            <a:noFill/>
          </a:ln>
        </p:spPr>
        <p:txBody>
          <a:bodyPr anchorCtr="0" anchor="ctr" bIns="0" lIns="0" spcFirstLastPara="1" rIns="0" wrap="square" tIns="0">
            <a:noAutofit/>
          </a:bodyPr>
          <a:lstStyle/>
          <a:p>
            <a:pPr indent="0" lvl="0" marL="1306512" marR="0" rtl="0" algn="ctr">
              <a:lnSpc>
                <a:spcPct val="100000"/>
              </a:lnSpc>
              <a:spcBef>
                <a:spcPts val="0"/>
              </a:spcBef>
              <a:spcAft>
                <a:spcPts val="0"/>
              </a:spcAft>
              <a:buClr>
                <a:srgbClr val="E4005C"/>
              </a:buClr>
              <a:buSzPts val="4000"/>
              <a:buFont typeface="Arial"/>
              <a:buNone/>
            </a:pPr>
            <a:r>
              <a:rPr b="1" i="0" lang="en-US" sz="4000" u="none">
                <a:solidFill>
                  <a:srgbClr val="E4005C"/>
                </a:solidFill>
                <a:latin typeface="Arial"/>
                <a:ea typeface="Arial"/>
                <a:cs typeface="Arial"/>
                <a:sym typeface="Arial"/>
              </a:rPr>
              <a:t>Linux File Management and Viewing</a:t>
            </a:r>
            <a:endParaRPr/>
          </a:p>
        </p:txBody>
      </p:sp>
      <p:sp>
        <p:nvSpPr>
          <p:cNvPr id="266" name="Google Shape;266;p22"/>
          <p:cNvSpPr txBox="1"/>
          <p:nvPr>
            <p:ph idx="4294967295" type="body"/>
          </p:nvPr>
        </p:nvSpPr>
        <p:spPr>
          <a:xfrm>
            <a:off x="671512" y="1906587"/>
            <a:ext cx="3825875" cy="4319587"/>
          </a:xfrm>
          <a:prstGeom prst="rect">
            <a:avLst/>
          </a:prstGeom>
          <a:noFill/>
          <a:ln>
            <a:noFill/>
          </a:ln>
        </p:spPr>
        <p:txBody>
          <a:bodyPr anchorCtr="0" anchor="t" bIns="45700" lIns="91425" spcFirstLastPara="1" rIns="91425" wrap="square" tIns="45700">
            <a:noAutofit/>
          </a:bodyPr>
          <a:lstStyle/>
          <a:p>
            <a:pPr indent="-311150" lvl="0" marL="311150" marR="0" rtl="0" algn="l">
              <a:lnSpc>
                <a:spcPct val="80000"/>
              </a:lnSpc>
              <a:spcBef>
                <a:spcPts val="0"/>
              </a:spcBef>
              <a:spcAft>
                <a:spcPts val="0"/>
              </a:spcAft>
              <a:buClr>
                <a:srgbClr val="000000"/>
              </a:buClr>
              <a:buSzPts val="1080"/>
              <a:buFont typeface="Noto Sans Symbols"/>
              <a:buNone/>
            </a:pPr>
            <a:r>
              <a:t/>
            </a:r>
            <a:endParaRPr b="1" i="0" sz="2400" u="none">
              <a:solidFill>
                <a:srgbClr val="000066"/>
              </a:solidFill>
              <a:latin typeface="Arial"/>
              <a:ea typeface="Arial"/>
              <a:cs typeface="Arial"/>
              <a:sym typeface="Arial"/>
            </a:endParaRPr>
          </a:p>
          <a:p>
            <a:pPr indent="-225107" lvl="0" marL="392112" marR="0" rtl="0" algn="l">
              <a:lnSpc>
                <a:spcPct val="95000"/>
              </a:lnSpc>
              <a:spcBef>
                <a:spcPts val="0"/>
              </a:spcBef>
              <a:spcAft>
                <a:spcPts val="0"/>
              </a:spcAft>
              <a:buClr>
                <a:srgbClr val="000000"/>
              </a:buClr>
              <a:buSzPts val="1080"/>
              <a:buFont typeface="Noto Sans Symbols"/>
              <a:buNone/>
            </a:pPr>
            <a:r>
              <a:t/>
            </a:r>
            <a:endParaRPr b="1" i="0" sz="2400" u="none">
              <a:solidFill>
                <a:srgbClr val="000066"/>
              </a:solidFill>
              <a:latin typeface="Arial"/>
              <a:ea typeface="Arial"/>
              <a:cs typeface="Arial"/>
              <a:sym typeface="Arial"/>
            </a:endParaRPr>
          </a:p>
        </p:txBody>
      </p:sp>
      <p:sp>
        <p:nvSpPr>
          <p:cNvPr id="267" name="Google Shape;267;p22"/>
          <p:cNvSpPr/>
          <p:nvPr/>
        </p:nvSpPr>
        <p:spPr>
          <a:xfrm>
            <a:off x="0" y="0"/>
            <a:ext cx="9144000" cy="565150"/>
          </a:xfrm>
          <a:prstGeom prst="roundRect">
            <a:avLst>
              <a:gd fmla="val 55" name="adj"/>
            </a:avLst>
          </a:prstGeom>
          <a:solidFill>
            <a:srgbClr val="21426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68" name="Google Shape;268;p22"/>
          <p:cNvSpPr/>
          <p:nvPr/>
        </p:nvSpPr>
        <p:spPr>
          <a:xfrm>
            <a:off x="511175" y="1270000"/>
            <a:ext cx="247650" cy="247650"/>
          </a:xfrm>
          <a:prstGeom prst="roundRect">
            <a:avLst>
              <a:gd fmla="val 125" name="adj"/>
            </a:avLst>
          </a:prstGeom>
          <a:solidFill>
            <a:srgbClr val="21426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69" name="Google Shape;269;p22"/>
          <p:cNvSpPr/>
          <p:nvPr/>
        </p:nvSpPr>
        <p:spPr>
          <a:xfrm>
            <a:off x="635000" y="1392237"/>
            <a:ext cx="247650" cy="247650"/>
          </a:xfrm>
          <a:prstGeom prst="roundRect">
            <a:avLst>
              <a:gd fmla="val 125" name="adj"/>
            </a:avLst>
          </a:prstGeom>
          <a:solidFill>
            <a:srgbClr val="00B8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70" name="Google Shape;270;p22"/>
          <p:cNvSpPr/>
          <p:nvPr/>
        </p:nvSpPr>
        <p:spPr>
          <a:xfrm>
            <a:off x="969962" y="1552575"/>
            <a:ext cx="7407275" cy="36512"/>
          </a:xfrm>
          <a:prstGeom prst="roundRect">
            <a:avLst>
              <a:gd fmla="val 900" name="adj"/>
            </a:avLst>
          </a:prstGeom>
          <a:gradFill>
            <a:gsLst>
              <a:gs pos="0">
                <a:srgbClr val="008000"/>
              </a:gs>
              <a:gs pos="100000">
                <a:srgbClr val="800080"/>
              </a:gs>
            </a:gsLst>
            <a:lin ang="19799999"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71" name="Google Shape;271;p22"/>
          <p:cNvSpPr txBox="1"/>
          <p:nvPr/>
        </p:nvSpPr>
        <p:spPr>
          <a:xfrm>
            <a:off x="123825" y="104775"/>
            <a:ext cx="5819775" cy="347662"/>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Clr>
                <a:schemeClr val="lt1"/>
              </a:buClr>
              <a:buSzPts val="2400"/>
              <a:buFont typeface="Times New Roman"/>
              <a:buNone/>
            </a:pPr>
            <a:r>
              <a:rPr b="1" i="0" lang="en-US" sz="2400" u="none">
                <a:solidFill>
                  <a:schemeClr val="lt1"/>
                </a:solidFill>
                <a:latin typeface="Times New Roman"/>
                <a:ea typeface="Times New Roman"/>
                <a:cs typeface="Times New Roman"/>
                <a:sym typeface="Times New Roman"/>
              </a:rPr>
              <a:t>Linux Commands</a:t>
            </a:r>
            <a:endParaRPr/>
          </a:p>
        </p:txBody>
      </p:sp>
      <p:sp>
        <p:nvSpPr>
          <p:cNvPr id="272" name="Google Shape;272;p22"/>
          <p:cNvSpPr/>
          <p:nvPr/>
        </p:nvSpPr>
        <p:spPr>
          <a:xfrm>
            <a:off x="0" y="4989512"/>
            <a:ext cx="106362" cy="1868487"/>
          </a:xfrm>
          <a:prstGeom prst="roundRect">
            <a:avLst>
              <a:gd fmla="val 291" name="adj"/>
            </a:avLst>
          </a:prstGeom>
          <a:solidFill>
            <a:srgbClr val="21426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73" name="Google Shape;273;p22"/>
          <p:cNvSpPr txBox="1"/>
          <p:nvPr>
            <p:ph idx="4294967295" type="body"/>
          </p:nvPr>
        </p:nvSpPr>
        <p:spPr>
          <a:xfrm>
            <a:off x="533400" y="1676400"/>
            <a:ext cx="7943850" cy="4319587"/>
          </a:xfrm>
          <a:prstGeom prst="rect">
            <a:avLst/>
          </a:prstGeom>
          <a:noFill/>
          <a:ln>
            <a:noFill/>
          </a:ln>
        </p:spPr>
        <p:txBody>
          <a:bodyPr anchorCtr="0" anchor="t" bIns="45700" lIns="91425" spcFirstLastPara="1" rIns="91425" wrap="square" tIns="45700">
            <a:noAutofit/>
          </a:bodyPr>
          <a:lstStyle/>
          <a:p>
            <a:pPr indent="-311150" lvl="0" marL="311150" marR="0" rtl="0" algn="just">
              <a:lnSpc>
                <a:spcPct val="80000"/>
              </a:lnSpc>
              <a:spcBef>
                <a:spcPts val="0"/>
              </a:spcBef>
              <a:spcAft>
                <a:spcPts val="0"/>
              </a:spcAft>
              <a:buClr>
                <a:srgbClr val="000000"/>
              </a:buClr>
              <a:buSzPts val="1080"/>
              <a:buFont typeface="Noto Sans Symbols"/>
              <a:buNone/>
            </a:pPr>
            <a:r>
              <a:rPr b="1" i="0" lang="en-US" sz="2400" u="none">
                <a:solidFill>
                  <a:srgbClr val="000066"/>
                </a:solidFill>
                <a:latin typeface="Arial"/>
                <a:ea typeface="Arial"/>
                <a:cs typeface="Arial"/>
                <a:sym typeface="Arial"/>
              </a:rPr>
              <a:t>File compression, backing up and restoring</a:t>
            </a:r>
            <a:endParaRPr/>
          </a:p>
          <a:p>
            <a:pPr indent="-311150" lvl="0" marL="311150" marR="0" rtl="0" algn="just">
              <a:lnSpc>
                <a:spcPct val="80000"/>
              </a:lnSpc>
              <a:spcBef>
                <a:spcPts val="960"/>
              </a:spcBef>
              <a:spcAft>
                <a:spcPts val="0"/>
              </a:spcAft>
              <a:buClr>
                <a:srgbClr val="000000"/>
              </a:buClr>
              <a:buSzPts val="1080"/>
              <a:buFont typeface="Noto Sans Symbols"/>
              <a:buChar char="•"/>
            </a:pPr>
            <a:r>
              <a:rPr b="1" i="0" lang="en-US" sz="2400" u="none">
                <a:solidFill>
                  <a:srgbClr val="000066"/>
                </a:solidFill>
                <a:latin typeface="Arial"/>
                <a:ea typeface="Arial"/>
                <a:cs typeface="Arial"/>
                <a:sym typeface="Arial"/>
              </a:rPr>
              <a:t>compress</a:t>
            </a:r>
            <a:r>
              <a:rPr b="0" i="0" lang="en-US" sz="2400" u="none">
                <a:solidFill>
                  <a:srgbClr val="000066"/>
                </a:solidFill>
                <a:latin typeface="Arial"/>
                <a:ea typeface="Arial"/>
                <a:cs typeface="Arial"/>
                <a:sym typeface="Arial"/>
              </a:rPr>
              <a:t> Compress data.</a:t>
            </a:r>
            <a:endParaRPr/>
          </a:p>
          <a:p>
            <a:pPr indent="-311150" lvl="0" marL="311150" marR="0" rtl="0" algn="just">
              <a:lnSpc>
                <a:spcPct val="80000"/>
              </a:lnSpc>
              <a:spcBef>
                <a:spcPts val="960"/>
              </a:spcBef>
              <a:spcAft>
                <a:spcPts val="0"/>
              </a:spcAft>
              <a:buClr>
                <a:srgbClr val="000000"/>
              </a:buClr>
              <a:buSzPts val="1080"/>
              <a:buFont typeface="Noto Sans Symbols"/>
              <a:buChar char="•"/>
            </a:pPr>
            <a:r>
              <a:rPr b="1" i="0" lang="en-US" sz="2400" u="none">
                <a:solidFill>
                  <a:srgbClr val="000066"/>
                </a:solidFill>
                <a:latin typeface="Arial"/>
                <a:ea typeface="Arial"/>
                <a:cs typeface="Arial"/>
                <a:sym typeface="Arial"/>
              </a:rPr>
              <a:t>uncompress</a:t>
            </a:r>
            <a:r>
              <a:rPr b="0" i="0" lang="en-US" sz="2400" u="none">
                <a:solidFill>
                  <a:srgbClr val="000066"/>
                </a:solidFill>
                <a:latin typeface="Arial"/>
                <a:ea typeface="Arial"/>
                <a:cs typeface="Arial"/>
                <a:sym typeface="Arial"/>
              </a:rPr>
              <a:t> Expand data.</a:t>
            </a:r>
            <a:endParaRPr/>
          </a:p>
          <a:p>
            <a:pPr indent="-311150" lvl="0" marL="311150" marR="0" rtl="0" algn="just">
              <a:lnSpc>
                <a:spcPct val="80000"/>
              </a:lnSpc>
              <a:spcBef>
                <a:spcPts val="960"/>
              </a:spcBef>
              <a:spcAft>
                <a:spcPts val="0"/>
              </a:spcAft>
              <a:buClr>
                <a:srgbClr val="000000"/>
              </a:buClr>
              <a:buSzPts val="1080"/>
              <a:buFont typeface="Noto Sans Symbols"/>
              <a:buChar char="•"/>
            </a:pPr>
            <a:r>
              <a:rPr b="1" i="0" lang="en-US" sz="2400" u="none">
                <a:solidFill>
                  <a:srgbClr val="000066"/>
                </a:solidFill>
                <a:latin typeface="Arial"/>
                <a:ea typeface="Arial"/>
                <a:cs typeface="Arial"/>
                <a:sym typeface="Arial"/>
              </a:rPr>
              <a:t>cpio</a:t>
            </a:r>
            <a:r>
              <a:rPr b="0" i="0" lang="en-US" sz="2400" u="none">
                <a:solidFill>
                  <a:srgbClr val="000066"/>
                </a:solidFill>
                <a:latin typeface="Arial"/>
                <a:ea typeface="Arial"/>
                <a:cs typeface="Arial"/>
                <a:sym typeface="Arial"/>
              </a:rPr>
              <a:t> Can store files on tapes. to/from archives.</a:t>
            </a:r>
            <a:endParaRPr/>
          </a:p>
          <a:p>
            <a:pPr indent="-311150" lvl="0" marL="311150" marR="0" rtl="0" algn="just">
              <a:lnSpc>
                <a:spcPct val="80000"/>
              </a:lnSpc>
              <a:spcBef>
                <a:spcPts val="960"/>
              </a:spcBef>
              <a:spcAft>
                <a:spcPts val="0"/>
              </a:spcAft>
              <a:buClr>
                <a:srgbClr val="000000"/>
              </a:buClr>
              <a:buSzPts val="1080"/>
              <a:buFont typeface="Noto Sans Symbols"/>
              <a:buChar char="•"/>
            </a:pPr>
            <a:r>
              <a:rPr b="1" i="0" lang="en-US" sz="2400" u="none">
                <a:solidFill>
                  <a:srgbClr val="000066"/>
                </a:solidFill>
                <a:latin typeface="Arial"/>
                <a:ea typeface="Arial"/>
                <a:cs typeface="Arial"/>
                <a:sym typeface="Arial"/>
              </a:rPr>
              <a:t>gzip</a:t>
            </a:r>
            <a:r>
              <a:rPr b="0" i="0" lang="en-US" sz="2400" u="none">
                <a:solidFill>
                  <a:srgbClr val="000066"/>
                </a:solidFill>
                <a:latin typeface="Arial"/>
                <a:ea typeface="Arial"/>
                <a:cs typeface="Arial"/>
                <a:sym typeface="Arial"/>
              </a:rPr>
              <a:t> - zip a file to a gz file.</a:t>
            </a:r>
            <a:endParaRPr/>
          </a:p>
          <a:p>
            <a:pPr indent="-311150" lvl="0" marL="311150" marR="0" rtl="0" algn="just">
              <a:lnSpc>
                <a:spcPct val="80000"/>
              </a:lnSpc>
              <a:spcBef>
                <a:spcPts val="960"/>
              </a:spcBef>
              <a:spcAft>
                <a:spcPts val="0"/>
              </a:spcAft>
              <a:buClr>
                <a:srgbClr val="000000"/>
              </a:buClr>
              <a:buSzPts val="1080"/>
              <a:buFont typeface="Noto Sans Symbols"/>
              <a:buChar char="•"/>
            </a:pPr>
            <a:r>
              <a:rPr b="1" i="0" lang="en-US" sz="2400" u="none">
                <a:solidFill>
                  <a:srgbClr val="000066"/>
                </a:solidFill>
                <a:latin typeface="Arial"/>
                <a:ea typeface="Arial"/>
                <a:cs typeface="Arial"/>
                <a:sym typeface="Arial"/>
              </a:rPr>
              <a:t>gunzip</a:t>
            </a:r>
            <a:r>
              <a:rPr b="0" i="0" lang="en-US" sz="2400" u="none">
                <a:solidFill>
                  <a:srgbClr val="000066"/>
                </a:solidFill>
                <a:latin typeface="Arial"/>
                <a:ea typeface="Arial"/>
                <a:cs typeface="Arial"/>
                <a:sym typeface="Arial"/>
              </a:rPr>
              <a:t> - unzip a gz file.</a:t>
            </a:r>
            <a:endParaRPr/>
          </a:p>
          <a:p>
            <a:pPr indent="-311150" lvl="0" marL="311150" marR="0" rtl="0" algn="just">
              <a:lnSpc>
                <a:spcPct val="80000"/>
              </a:lnSpc>
              <a:spcBef>
                <a:spcPts val="960"/>
              </a:spcBef>
              <a:spcAft>
                <a:spcPts val="0"/>
              </a:spcAft>
              <a:buClr>
                <a:srgbClr val="000000"/>
              </a:buClr>
              <a:buSzPts val="1080"/>
              <a:buFont typeface="Noto Sans Symbols"/>
              <a:buChar char="•"/>
            </a:pPr>
            <a:r>
              <a:rPr b="1" i="0" lang="en-US" sz="2400" u="none">
                <a:solidFill>
                  <a:srgbClr val="000066"/>
                </a:solidFill>
                <a:latin typeface="Arial"/>
                <a:ea typeface="Arial"/>
                <a:cs typeface="Arial"/>
                <a:sym typeface="Arial"/>
              </a:rPr>
              <a:t>tar</a:t>
            </a:r>
            <a:r>
              <a:rPr b="0" i="0" lang="en-US" sz="2400" u="none">
                <a:solidFill>
                  <a:srgbClr val="000066"/>
                </a:solidFill>
                <a:latin typeface="Arial"/>
                <a:ea typeface="Arial"/>
                <a:cs typeface="Arial"/>
                <a:sym typeface="Arial"/>
              </a:rPr>
              <a:t> Archives files and directories. Can store files and directories on tapes.</a:t>
            </a:r>
            <a:endParaRPr/>
          </a:p>
          <a:p>
            <a:pPr indent="-311150" lvl="0" marL="311150" marR="0" rtl="0" algn="just">
              <a:lnSpc>
                <a:spcPct val="80000"/>
              </a:lnSpc>
              <a:spcBef>
                <a:spcPts val="960"/>
              </a:spcBef>
              <a:spcAft>
                <a:spcPts val="0"/>
              </a:spcAft>
              <a:buClr>
                <a:srgbClr val="000000"/>
              </a:buClr>
              <a:buSzPts val="1080"/>
              <a:buFont typeface="Noto Sans Symbols"/>
              <a:buNone/>
            </a:pPr>
            <a:r>
              <a:rPr b="0" i="0" lang="en-US" sz="2400" u="none">
                <a:solidFill>
                  <a:srgbClr val="000066"/>
                </a:solidFill>
                <a:latin typeface="Arial"/>
                <a:ea typeface="Arial"/>
                <a:cs typeface="Arial"/>
                <a:sym typeface="Arial"/>
              </a:rPr>
              <a:t>    Ex: tar -zcvf &lt;destination&gt; &lt;files/directories&gt; - Archive copy groups of files. tar –zxvf &lt;compressed file&gt; to uncompress</a:t>
            </a:r>
            <a:endParaRPr/>
          </a:p>
          <a:p>
            <a:pPr indent="-311150" lvl="0" marL="311150" marR="0" rtl="0" algn="just">
              <a:lnSpc>
                <a:spcPct val="80000"/>
              </a:lnSpc>
              <a:spcBef>
                <a:spcPts val="960"/>
              </a:spcBef>
              <a:spcAft>
                <a:spcPts val="0"/>
              </a:spcAft>
              <a:buClr>
                <a:srgbClr val="000000"/>
              </a:buClr>
              <a:buSzPts val="1080"/>
              <a:buFont typeface="Noto Sans Symbols"/>
              <a:buChar char="•"/>
            </a:pPr>
            <a:r>
              <a:rPr b="1" i="0" lang="en-US" sz="2400" u="none">
                <a:solidFill>
                  <a:srgbClr val="000066"/>
                </a:solidFill>
                <a:latin typeface="Arial"/>
                <a:ea typeface="Arial"/>
                <a:cs typeface="Arial"/>
                <a:sym typeface="Arial"/>
              </a:rPr>
              <a:t>zip</a:t>
            </a:r>
            <a:r>
              <a:rPr b="0" i="0" lang="en-US" sz="2400" u="none">
                <a:solidFill>
                  <a:srgbClr val="000066"/>
                </a:solidFill>
                <a:latin typeface="Arial"/>
                <a:ea typeface="Arial"/>
                <a:cs typeface="Arial"/>
                <a:sym typeface="Arial"/>
              </a:rPr>
              <a:t> – Compresses a file to a .zip file.</a:t>
            </a:r>
            <a:endParaRPr/>
          </a:p>
          <a:p>
            <a:pPr indent="-311150" lvl="0" marL="311150" marR="0" rtl="0" algn="just">
              <a:lnSpc>
                <a:spcPct val="80000"/>
              </a:lnSpc>
              <a:spcBef>
                <a:spcPts val="960"/>
              </a:spcBef>
              <a:spcAft>
                <a:spcPts val="0"/>
              </a:spcAft>
              <a:buClr>
                <a:srgbClr val="000000"/>
              </a:buClr>
              <a:buSzPts val="1080"/>
              <a:buFont typeface="Noto Sans Symbols"/>
              <a:buChar char="•"/>
            </a:pPr>
            <a:r>
              <a:rPr b="1" i="0" lang="en-US" sz="2400" u="none">
                <a:solidFill>
                  <a:srgbClr val="000066"/>
                </a:solidFill>
                <a:latin typeface="Arial"/>
                <a:ea typeface="Arial"/>
                <a:cs typeface="Arial"/>
                <a:sym typeface="Arial"/>
              </a:rPr>
              <a:t>unzip</a:t>
            </a:r>
            <a:r>
              <a:rPr b="0" i="0" lang="en-US" sz="2400" u="none">
                <a:solidFill>
                  <a:srgbClr val="000066"/>
                </a:solidFill>
                <a:latin typeface="Arial"/>
                <a:ea typeface="Arial"/>
                <a:cs typeface="Arial"/>
                <a:sym typeface="Arial"/>
              </a:rPr>
              <a:t> – Uncompresses a file with .zip extension.</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7" name="Shape 277"/>
        <p:cNvGrpSpPr/>
        <p:nvPr/>
      </p:nvGrpSpPr>
      <p:grpSpPr>
        <a:xfrm>
          <a:off x="0" y="0"/>
          <a:ext cx="0" cy="0"/>
          <a:chOff x="0" y="0"/>
          <a:chExt cx="0" cy="0"/>
        </a:xfrm>
      </p:grpSpPr>
      <p:sp>
        <p:nvSpPr>
          <p:cNvPr id="278" name="Google Shape;278;p23"/>
          <p:cNvSpPr txBox="1"/>
          <p:nvPr>
            <p:ph idx="4294967295" type="title"/>
          </p:nvPr>
        </p:nvSpPr>
        <p:spPr>
          <a:xfrm>
            <a:off x="0" y="568325"/>
            <a:ext cx="9144000" cy="1144587"/>
          </a:xfrm>
          <a:prstGeom prst="rect">
            <a:avLst/>
          </a:prstGeom>
          <a:noFill/>
          <a:ln>
            <a:noFill/>
          </a:ln>
        </p:spPr>
        <p:txBody>
          <a:bodyPr anchorCtr="0" anchor="ctr" bIns="0" lIns="0" spcFirstLastPara="1" rIns="0" wrap="square" tIns="0">
            <a:noAutofit/>
          </a:bodyPr>
          <a:lstStyle/>
          <a:p>
            <a:pPr indent="0" lvl="0" marL="1306512" marR="0" rtl="0" algn="ctr">
              <a:lnSpc>
                <a:spcPct val="100000"/>
              </a:lnSpc>
              <a:spcBef>
                <a:spcPts val="0"/>
              </a:spcBef>
              <a:spcAft>
                <a:spcPts val="0"/>
              </a:spcAft>
              <a:buClr>
                <a:srgbClr val="E4005C"/>
              </a:buClr>
              <a:buSzPts val="4000"/>
              <a:buFont typeface="Arial"/>
              <a:buNone/>
            </a:pPr>
            <a:r>
              <a:rPr b="1" i="0" lang="en-US" sz="4000" u="none">
                <a:solidFill>
                  <a:srgbClr val="E4005C"/>
                </a:solidFill>
                <a:latin typeface="Arial"/>
                <a:ea typeface="Arial"/>
                <a:cs typeface="Arial"/>
                <a:sym typeface="Arial"/>
              </a:rPr>
              <a:t>Linux File Management and Viewing</a:t>
            </a:r>
            <a:endParaRPr/>
          </a:p>
        </p:txBody>
      </p:sp>
      <p:sp>
        <p:nvSpPr>
          <p:cNvPr id="279" name="Google Shape;279;p23"/>
          <p:cNvSpPr txBox="1"/>
          <p:nvPr>
            <p:ph idx="4294967295" type="body"/>
          </p:nvPr>
        </p:nvSpPr>
        <p:spPr>
          <a:xfrm>
            <a:off x="671512" y="1906587"/>
            <a:ext cx="3825875" cy="4319587"/>
          </a:xfrm>
          <a:prstGeom prst="rect">
            <a:avLst/>
          </a:prstGeom>
          <a:noFill/>
          <a:ln>
            <a:noFill/>
          </a:ln>
        </p:spPr>
        <p:txBody>
          <a:bodyPr anchorCtr="0" anchor="t" bIns="45700" lIns="91425" spcFirstLastPara="1" rIns="91425" wrap="square" tIns="45700">
            <a:noAutofit/>
          </a:bodyPr>
          <a:lstStyle/>
          <a:p>
            <a:pPr indent="-311150" lvl="0" marL="311150" marR="0" rtl="0" algn="l">
              <a:lnSpc>
                <a:spcPct val="80000"/>
              </a:lnSpc>
              <a:spcBef>
                <a:spcPts val="0"/>
              </a:spcBef>
              <a:spcAft>
                <a:spcPts val="0"/>
              </a:spcAft>
              <a:buClr>
                <a:srgbClr val="000000"/>
              </a:buClr>
              <a:buSzPts val="1080"/>
              <a:buFont typeface="Noto Sans Symbols"/>
              <a:buNone/>
            </a:pPr>
            <a:r>
              <a:t/>
            </a:r>
            <a:endParaRPr b="1" i="0" sz="2400" u="none">
              <a:solidFill>
                <a:srgbClr val="000066"/>
              </a:solidFill>
              <a:latin typeface="Arial"/>
              <a:ea typeface="Arial"/>
              <a:cs typeface="Arial"/>
              <a:sym typeface="Arial"/>
            </a:endParaRPr>
          </a:p>
          <a:p>
            <a:pPr indent="-225107" lvl="0" marL="392112" marR="0" rtl="0" algn="l">
              <a:lnSpc>
                <a:spcPct val="95000"/>
              </a:lnSpc>
              <a:spcBef>
                <a:spcPts val="0"/>
              </a:spcBef>
              <a:spcAft>
                <a:spcPts val="0"/>
              </a:spcAft>
              <a:buClr>
                <a:srgbClr val="000000"/>
              </a:buClr>
              <a:buSzPts val="1080"/>
              <a:buFont typeface="Noto Sans Symbols"/>
              <a:buNone/>
            </a:pPr>
            <a:r>
              <a:t/>
            </a:r>
            <a:endParaRPr b="1" i="0" sz="2400" u="none">
              <a:solidFill>
                <a:srgbClr val="000066"/>
              </a:solidFill>
              <a:latin typeface="Arial"/>
              <a:ea typeface="Arial"/>
              <a:cs typeface="Arial"/>
              <a:sym typeface="Arial"/>
            </a:endParaRPr>
          </a:p>
        </p:txBody>
      </p:sp>
      <p:sp>
        <p:nvSpPr>
          <p:cNvPr id="280" name="Google Shape;280;p23"/>
          <p:cNvSpPr/>
          <p:nvPr/>
        </p:nvSpPr>
        <p:spPr>
          <a:xfrm>
            <a:off x="0" y="0"/>
            <a:ext cx="9144000" cy="565150"/>
          </a:xfrm>
          <a:prstGeom prst="roundRect">
            <a:avLst>
              <a:gd fmla="val 55" name="adj"/>
            </a:avLst>
          </a:prstGeom>
          <a:solidFill>
            <a:srgbClr val="21426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81" name="Google Shape;281;p23"/>
          <p:cNvSpPr/>
          <p:nvPr/>
        </p:nvSpPr>
        <p:spPr>
          <a:xfrm>
            <a:off x="511175" y="1270000"/>
            <a:ext cx="247650" cy="247650"/>
          </a:xfrm>
          <a:prstGeom prst="roundRect">
            <a:avLst>
              <a:gd fmla="val 125" name="adj"/>
            </a:avLst>
          </a:prstGeom>
          <a:solidFill>
            <a:srgbClr val="21426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82" name="Google Shape;282;p23"/>
          <p:cNvSpPr/>
          <p:nvPr/>
        </p:nvSpPr>
        <p:spPr>
          <a:xfrm>
            <a:off x="635000" y="1392237"/>
            <a:ext cx="247650" cy="247650"/>
          </a:xfrm>
          <a:prstGeom prst="roundRect">
            <a:avLst>
              <a:gd fmla="val 125" name="adj"/>
            </a:avLst>
          </a:prstGeom>
          <a:solidFill>
            <a:srgbClr val="00B8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83" name="Google Shape;283;p23"/>
          <p:cNvSpPr/>
          <p:nvPr/>
        </p:nvSpPr>
        <p:spPr>
          <a:xfrm>
            <a:off x="969962" y="1552575"/>
            <a:ext cx="7407275" cy="36512"/>
          </a:xfrm>
          <a:prstGeom prst="roundRect">
            <a:avLst>
              <a:gd fmla="val 900" name="adj"/>
            </a:avLst>
          </a:prstGeom>
          <a:gradFill>
            <a:gsLst>
              <a:gs pos="0">
                <a:srgbClr val="008000"/>
              </a:gs>
              <a:gs pos="100000">
                <a:srgbClr val="800080"/>
              </a:gs>
            </a:gsLst>
            <a:lin ang="19799999"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84" name="Google Shape;284;p23"/>
          <p:cNvSpPr txBox="1"/>
          <p:nvPr/>
        </p:nvSpPr>
        <p:spPr>
          <a:xfrm>
            <a:off x="123825" y="104775"/>
            <a:ext cx="5819775" cy="347662"/>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Clr>
                <a:schemeClr val="lt1"/>
              </a:buClr>
              <a:buSzPts val="2400"/>
              <a:buFont typeface="Times New Roman"/>
              <a:buNone/>
            </a:pPr>
            <a:r>
              <a:rPr b="1" i="0" lang="en-US" sz="2400" u="none">
                <a:solidFill>
                  <a:schemeClr val="lt1"/>
                </a:solidFill>
                <a:latin typeface="Times New Roman"/>
                <a:ea typeface="Times New Roman"/>
                <a:cs typeface="Times New Roman"/>
                <a:sym typeface="Times New Roman"/>
              </a:rPr>
              <a:t>Linux Commands</a:t>
            </a:r>
            <a:endParaRPr/>
          </a:p>
        </p:txBody>
      </p:sp>
      <p:sp>
        <p:nvSpPr>
          <p:cNvPr id="285" name="Google Shape;285;p23"/>
          <p:cNvSpPr/>
          <p:nvPr/>
        </p:nvSpPr>
        <p:spPr>
          <a:xfrm>
            <a:off x="0" y="4989512"/>
            <a:ext cx="106362" cy="1868487"/>
          </a:xfrm>
          <a:prstGeom prst="roundRect">
            <a:avLst>
              <a:gd fmla="val 291" name="adj"/>
            </a:avLst>
          </a:prstGeom>
          <a:solidFill>
            <a:srgbClr val="21426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86" name="Google Shape;286;p23"/>
          <p:cNvSpPr txBox="1"/>
          <p:nvPr>
            <p:ph idx="4294967295" type="body"/>
          </p:nvPr>
        </p:nvSpPr>
        <p:spPr>
          <a:xfrm>
            <a:off x="457200" y="1906587"/>
            <a:ext cx="8020050" cy="4319587"/>
          </a:xfrm>
          <a:prstGeom prst="rect">
            <a:avLst/>
          </a:prstGeom>
          <a:noFill/>
          <a:ln>
            <a:noFill/>
          </a:ln>
        </p:spPr>
        <p:txBody>
          <a:bodyPr anchorCtr="0" anchor="t" bIns="45700" lIns="91425" spcFirstLastPara="1" rIns="91425" wrap="square" tIns="45700">
            <a:noAutofit/>
          </a:bodyPr>
          <a:lstStyle/>
          <a:p>
            <a:pPr indent="-311150" lvl="0" marL="311150" marR="0" rtl="0" algn="just">
              <a:lnSpc>
                <a:spcPct val="80000"/>
              </a:lnSpc>
              <a:spcBef>
                <a:spcPts val="0"/>
              </a:spcBef>
              <a:spcAft>
                <a:spcPts val="0"/>
              </a:spcAft>
              <a:buClr>
                <a:srgbClr val="000000"/>
              </a:buClr>
              <a:buSzPts val="1080"/>
              <a:buFont typeface="Noto Sans Symbols"/>
              <a:buChar char="•"/>
            </a:pPr>
            <a:r>
              <a:rPr b="1" i="0" lang="en-US" sz="2400" u="none">
                <a:solidFill>
                  <a:srgbClr val="000066"/>
                </a:solidFill>
                <a:latin typeface="Arial"/>
                <a:ea typeface="Arial"/>
                <a:cs typeface="Arial"/>
                <a:sym typeface="Arial"/>
              </a:rPr>
              <a:t>cat</a:t>
            </a:r>
            <a:r>
              <a:rPr b="0" i="0" lang="en-US" sz="2400" u="none">
                <a:solidFill>
                  <a:srgbClr val="000066"/>
                </a:solidFill>
                <a:latin typeface="Arial"/>
                <a:ea typeface="Arial"/>
                <a:cs typeface="Arial"/>
                <a:sym typeface="Arial"/>
              </a:rPr>
              <a:t> View a file</a:t>
            </a:r>
            <a:endParaRPr/>
          </a:p>
          <a:p>
            <a:pPr indent="-311150" lvl="0" marL="311150" marR="0" rtl="0" algn="just">
              <a:lnSpc>
                <a:spcPct val="80000"/>
              </a:lnSpc>
              <a:spcBef>
                <a:spcPts val="1200"/>
              </a:spcBef>
              <a:spcAft>
                <a:spcPts val="0"/>
              </a:spcAft>
              <a:buClr>
                <a:srgbClr val="000000"/>
              </a:buClr>
              <a:buSzPts val="1080"/>
              <a:buFont typeface="Noto Sans Symbols"/>
              <a:buNone/>
            </a:pPr>
            <a:r>
              <a:rPr b="0" i="0" lang="en-US" sz="2400" u="none">
                <a:solidFill>
                  <a:srgbClr val="000066"/>
                </a:solidFill>
                <a:latin typeface="Arial"/>
                <a:ea typeface="Arial"/>
                <a:cs typeface="Arial"/>
                <a:sym typeface="Arial"/>
              </a:rPr>
              <a:t>    Ex: cat filename </a:t>
            </a:r>
            <a:endParaRPr/>
          </a:p>
          <a:p>
            <a:pPr indent="-311150" lvl="0" marL="311150" marR="0" rtl="0" algn="just">
              <a:lnSpc>
                <a:spcPct val="80000"/>
              </a:lnSpc>
              <a:spcBef>
                <a:spcPts val="1200"/>
              </a:spcBef>
              <a:spcAft>
                <a:spcPts val="0"/>
              </a:spcAft>
              <a:buClr>
                <a:srgbClr val="000000"/>
              </a:buClr>
              <a:buSzPts val="1080"/>
              <a:buFont typeface="Noto Sans Symbols"/>
              <a:buChar char="•"/>
            </a:pPr>
            <a:r>
              <a:rPr b="1" i="0" lang="en-US" sz="2400" u="none">
                <a:solidFill>
                  <a:srgbClr val="000066"/>
                </a:solidFill>
                <a:latin typeface="Arial"/>
                <a:ea typeface="Arial"/>
                <a:cs typeface="Arial"/>
                <a:sym typeface="Arial"/>
              </a:rPr>
              <a:t>cmp</a:t>
            </a:r>
            <a:r>
              <a:rPr b="0" i="0" lang="en-US" sz="2400" u="none">
                <a:solidFill>
                  <a:srgbClr val="000066"/>
                </a:solidFill>
                <a:latin typeface="Arial"/>
                <a:ea typeface="Arial"/>
                <a:cs typeface="Arial"/>
                <a:sym typeface="Arial"/>
              </a:rPr>
              <a:t> Compare two files.</a:t>
            </a:r>
            <a:endParaRPr/>
          </a:p>
          <a:p>
            <a:pPr indent="-311150" lvl="0" marL="311150" marR="0" rtl="0" algn="just">
              <a:lnSpc>
                <a:spcPct val="80000"/>
              </a:lnSpc>
              <a:spcBef>
                <a:spcPts val="1200"/>
              </a:spcBef>
              <a:spcAft>
                <a:spcPts val="0"/>
              </a:spcAft>
              <a:buClr>
                <a:srgbClr val="000000"/>
              </a:buClr>
              <a:buSzPts val="1080"/>
              <a:buFont typeface="Noto Sans Symbols"/>
              <a:buChar char="•"/>
            </a:pPr>
            <a:r>
              <a:rPr b="1" i="0" lang="en-US" sz="2400" u="none">
                <a:solidFill>
                  <a:srgbClr val="000066"/>
                </a:solidFill>
                <a:latin typeface="Arial"/>
                <a:ea typeface="Arial"/>
                <a:cs typeface="Arial"/>
                <a:sym typeface="Arial"/>
              </a:rPr>
              <a:t>cut</a:t>
            </a:r>
            <a:r>
              <a:rPr b="0" i="0" lang="en-US" sz="2400" u="none">
                <a:solidFill>
                  <a:srgbClr val="000066"/>
                </a:solidFill>
                <a:latin typeface="Arial"/>
                <a:ea typeface="Arial"/>
                <a:cs typeface="Arial"/>
                <a:sym typeface="Arial"/>
              </a:rPr>
              <a:t> Remove sections from each line of files.</a:t>
            </a:r>
            <a:endParaRPr/>
          </a:p>
          <a:p>
            <a:pPr indent="-311150" lvl="0" marL="311150" marR="0" rtl="0" algn="just">
              <a:lnSpc>
                <a:spcPct val="80000"/>
              </a:lnSpc>
              <a:spcBef>
                <a:spcPts val="1200"/>
              </a:spcBef>
              <a:spcAft>
                <a:spcPts val="0"/>
              </a:spcAft>
              <a:buClr>
                <a:srgbClr val="000000"/>
              </a:buClr>
              <a:buSzPts val="1080"/>
              <a:buFont typeface="Noto Sans Symbols"/>
              <a:buChar char="•"/>
            </a:pPr>
            <a:r>
              <a:rPr b="1" i="0" lang="en-US" sz="2400" u="none">
                <a:solidFill>
                  <a:srgbClr val="000066"/>
                </a:solidFill>
                <a:latin typeface="Arial"/>
                <a:ea typeface="Arial"/>
                <a:cs typeface="Arial"/>
                <a:sym typeface="Arial"/>
              </a:rPr>
              <a:t>diff</a:t>
            </a:r>
            <a:r>
              <a:rPr b="0" i="0" lang="en-US" sz="2400" u="none">
                <a:solidFill>
                  <a:srgbClr val="000066"/>
                </a:solidFill>
                <a:latin typeface="Arial"/>
                <a:ea typeface="Arial"/>
                <a:cs typeface="Arial"/>
                <a:sym typeface="Arial"/>
              </a:rPr>
              <a:t> Show the differences between files.</a:t>
            </a:r>
            <a:endParaRPr/>
          </a:p>
          <a:p>
            <a:pPr indent="-311150" lvl="0" marL="311150" marR="0" rtl="0" algn="just">
              <a:lnSpc>
                <a:spcPct val="80000"/>
              </a:lnSpc>
              <a:spcBef>
                <a:spcPts val="1200"/>
              </a:spcBef>
              <a:spcAft>
                <a:spcPts val="0"/>
              </a:spcAft>
              <a:buClr>
                <a:srgbClr val="000000"/>
              </a:buClr>
              <a:buSzPts val="1080"/>
              <a:buFont typeface="Noto Sans Symbols"/>
              <a:buNone/>
            </a:pPr>
            <a:r>
              <a:rPr b="0" i="0" lang="en-US" sz="2400" u="none">
                <a:solidFill>
                  <a:srgbClr val="000066"/>
                </a:solidFill>
                <a:latin typeface="Arial"/>
                <a:ea typeface="Arial"/>
                <a:cs typeface="Arial"/>
                <a:sym typeface="Arial"/>
              </a:rPr>
              <a:t>    Ex: diff file1 file2 : Find differences between file1 &amp; file2.</a:t>
            </a:r>
            <a:endParaRPr/>
          </a:p>
          <a:p>
            <a:pPr indent="-311150" lvl="0" marL="311150" marR="0" rtl="0" algn="just">
              <a:lnSpc>
                <a:spcPct val="80000"/>
              </a:lnSpc>
              <a:spcBef>
                <a:spcPts val="1200"/>
              </a:spcBef>
              <a:spcAft>
                <a:spcPts val="0"/>
              </a:spcAft>
              <a:buClr>
                <a:srgbClr val="000000"/>
              </a:buClr>
              <a:buSzPts val="1080"/>
              <a:buFont typeface="Noto Sans Symbols"/>
              <a:buChar char="•"/>
            </a:pPr>
            <a:r>
              <a:rPr b="1" i="0" lang="en-US" sz="2400" u="none">
                <a:solidFill>
                  <a:srgbClr val="000066"/>
                </a:solidFill>
                <a:latin typeface="Arial"/>
                <a:ea typeface="Arial"/>
                <a:cs typeface="Arial"/>
                <a:sym typeface="Arial"/>
              </a:rPr>
              <a:t>echo</a:t>
            </a:r>
            <a:r>
              <a:rPr b="0" i="0" lang="en-US" sz="2400" u="none">
                <a:solidFill>
                  <a:srgbClr val="000066"/>
                </a:solidFill>
                <a:latin typeface="Arial"/>
                <a:ea typeface="Arial"/>
                <a:cs typeface="Arial"/>
                <a:sym typeface="Arial"/>
              </a:rPr>
              <a:t> Display a line of text.</a:t>
            </a:r>
            <a:endParaRPr/>
          </a:p>
          <a:p>
            <a:pPr indent="-225107" lvl="0" marL="392112" marR="0" rtl="0" algn="l">
              <a:lnSpc>
                <a:spcPct val="95000"/>
              </a:lnSpc>
              <a:spcBef>
                <a:spcPts val="0"/>
              </a:spcBef>
              <a:spcAft>
                <a:spcPts val="0"/>
              </a:spcAft>
              <a:buClr>
                <a:srgbClr val="000000"/>
              </a:buClr>
              <a:buSzPts val="1080"/>
              <a:buFont typeface="Noto Sans Symbols"/>
              <a:buNone/>
            </a:pPr>
            <a:r>
              <a:t/>
            </a:r>
            <a:endParaRPr b="0" i="0" sz="2400" u="none">
              <a:solidFill>
                <a:srgbClr val="000066"/>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0" name="Shape 290"/>
        <p:cNvGrpSpPr/>
        <p:nvPr/>
      </p:nvGrpSpPr>
      <p:grpSpPr>
        <a:xfrm>
          <a:off x="0" y="0"/>
          <a:ext cx="0" cy="0"/>
          <a:chOff x="0" y="0"/>
          <a:chExt cx="0" cy="0"/>
        </a:xfrm>
      </p:grpSpPr>
      <p:sp>
        <p:nvSpPr>
          <p:cNvPr id="291" name="Google Shape;291;p24"/>
          <p:cNvSpPr txBox="1"/>
          <p:nvPr>
            <p:ph idx="4294967295" type="title"/>
          </p:nvPr>
        </p:nvSpPr>
        <p:spPr>
          <a:xfrm>
            <a:off x="0" y="568325"/>
            <a:ext cx="9144000" cy="1144587"/>
          </a:xfrm>
          <a:prstGeom prst="rect">
            <a:avLst/>
          </a:prstGeom>
          <a:noFill/>
          <a:ln>
            <a:noFill/>
          </a:ln>
        </p:spPr>
        <p:txBody>
          <a:bodyPr anchorCtr="0" anchor="ctr" bIns="0" lIns="0" spcFirstLastPara="1" rIns="0" wrap="square" tIns="0">
            <a:noAutofit/>
          </a:bodyPr>
          <a:lstStyle/>
          <a:p>
            <a:pPr indent="0" lvl="0" marL="1306512" marR="0" rtl="0" algn="ctr">
              <a:lnSpc>
                <a:spcPct val="100000"/>
              </a:lnSpc>
              <a:spcBef>
                <a:spcPts val="0"/>
              </a:spcBef>
              <a:spcAft>
                <a:spcPts val="0"/>
              </a:spcAft>
              <a:buClr>
                <a:srgbClr val="E4005C"/>
              </a:buClr>
              <a:buSzPts val="4000"/>
              <a:buFont typeface="Arial"/>
              <a:buNone/>
            </a:pPr>
            <a:r>
              <a:rPr b="1" i="0" lang="en-US" sz="4000" u="none">
                <a:solidFill>
                  <a:srgbClr val="E4005C"/>
                </a:solidFill>
                <a:latin typeface="Arial"/>
                <a:ea typeface="Arial"/>
                <a:cs typeface="Arial"/>
                <a:sym typeface="Arial"/>
              </a:rPr>
              <a:t>Linux File Management and Viewing</a:t>
            </a:r>
            <a:endParaRPr/>
          </a:p>
        </p:txBody>
      </p:sp>
      <p:sp>
        <p:nvSpPr>
          <p:cNvPr id="292" name="Google Shape;292;p24"/>
          <p:cNvSpPr txBox="1"/>
          <p:nvPr>
            <p:ph idx="4294967295" type="body"/>
          </p:nvPr>
        </p:nvSpPr>
        <p:spPr>
          <a:xfrm>
            <a:off x="671512" y="1906587"/>
            <a:ext cx="3825875" cy="4319587"/>
          </a:xfrm>
          <a:prstGeom prst="rect">
            <a:avLst/>
          </a:prstGeom>
          <a:noFill/>
          <a:ln>
            <a:noFill/>
          </a:ln>
        </p:spPr>
        <p:txBody>
          <a:bodyPr anchorCtr="0" anchor="t" bIns="45700" lIns="91425" spcFirstLastPara="1" rIns="91425" wrap="square" tIns="45700">
            <a:noAutofit/>
          </a:bodyPr>
          <a:lstStyle/>
          <a:p>
            <a:pPr indent="-311150" lvl="0" marL="311150" marR="0" rtl="0" algn="l">
              <a:lnSpc>
                <a:spcPct val="80000"/>
              </a:lnSpc>
              <a:spcBef>
                <a:spcPts val="0"/>
              </a:spcBef>
              <a:spcAft>
                <a:spcPts val="0"/>
              </a:spcAft>
              <a:buClr>
                <a:srgbClr val="000000"/>
              </a:buClr>
              <a:buSzPts val="1080"/>
              <a:buFont typeface="Noto Sans Symbols"/>
              <a:buNone/>
            </a:pPr>
            <a:r>
              <a:t/>
            </a:r>
            <a:endParaRPr b="1" i="0" sz="2400" u="none">
              <a:solidFill>
                <a:srgbClr val="000066"/>
              </a:solidFill>
              <a:latin typeface="Arial"/>
              <a:ea typeface="Arial"/>
              <a:cs typeface="Arial"/>
              <a:sym typeface="Arial"/>
            </a:endParaRPr>
          </a:p>
          <a:p>
            <a:pPr indent="-225107" lvl="0" marL="392112" marR="0" rtl="0" algn="l">
              <a:lnSpc>
                <a:spcPct val="95000"/>
              </a:lnSpc>
              <a:spcBef>
                <a:spcPts val="0"/>
              </a:spcBef>
              <a:spcAft>
                <a:spcPts val="0"/>
              </a:spcAft>
              <a:buClr>
                <a:srgbClr val="000000"/>
              </a:buClr>
              <a:buSzPts val="1080"/>
              <a:buFont typeface="Noto Sans Symbols"/>
              <a:buNone/>
            </a:pPr>
            <a:r>
              <a:t/>
            </a:r>
            <a:endParaRPr b="1" i="0" sz="2400" u="none">
              <a:solidFill>
                <a:srgbClr val="000066"/>
              </a:solidFill>
              <a:latin typeface="Arial"/>
              <a:ea typeface="Arial"/>
              <a:cs typeface="Arial"/>
              <a:sym typeface="Arial"/>
            </a:endParaRPr>
          </a:p>
        </p:txBody>
      </p:sp>
      <p:sp>
        <p:nvSpPr>
          <p:cNvPr id="293" name="Google Shape;293;p24"/>
          <p:cNvSpPr/>
          <p:nvPr/>
        </p:nvSpPr>
        <p:spPr>
          <a:xfrm>
            <a:off x="0" y="0"/>
            <a:ext cx="9144000" cy="565150"/>
          </a:xfrm>
          <a:prstGeom prst="roundRect">
            <a:avLst>
              <a:gd fmla="val 55" name="adj"/>
            </a:avLst>
          </a:prstGeom>
          <a:solidFill>
            <a:srgbClr val="21426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94" name="Google Shape;294;p24"/>
          <p:cNvSpPr/>
          <p:nvPr/>
        </p:nvSpPr>
        <p:spPr>
          <a:xfrm>
            <a:off x="511175" y="1270000"/>
            <a:ext cx="247650" cy="247650"/>
          </a:xfrm>
          <a:prstGeom prst="roundRect">
            <a:avLst>
              <a:gd fmla="val 125" name="adj"/>
            </a:avLst>
          </a:prstGeom>
          <a:solidFill>
            <a:srgbClr val="21426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95" name="Google Shape;295;p24"/>
          <p:cNvSpPr/>
          <p:nvPr/>
        </p:nvSpPr>
        <p:spPr>
          <a:xfrm>
            <a:off x="635000" y="1392237"/>
            <a:ext cx="247650" cy="247650"/>
          </a:xfrm>
          <a:prstGeom prst="roundRect">
            <a:avLst>
              <a:gd fmla="val 125" name="adj"/>
            </a:avLst>
          </a:prstGeom>
          <a:solidFill>
            <a:srgbClr val="00B8FF"/>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96" name="Google Shape;296;p24"/>
          <p:cNvSpPr/>
          <p:nvPr/>
        </p:nvSpPr>
        <p:spPr>
          <a:xfrm>
            <a:off x="969962" y="1552575"/>
            <a:ext cx="7407275" cy="36512"/>
          </a:xfrm>
          <a:prstGeom prst="roundRect">
            <a:avLst>
              <a:gd fmla="val 900" name="adj"/>
            </a:avLst>
          </a:prstGeom>
          <a:gradFill>
            <a:gsLst>
              <a:gs pos="0">
                <a:srgbClr val="008000"/>
              </a:gs>
              <a:gs pos="100000">
                <a:srgbClr val="800080"/>
              </a:gs>
            </a:gsLst>
            <a:lin ang="19799999" scaled="0"/>
          </a:gra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97" name="Google Shape;297;p24"/>
          <p:cNvSpPr txBox="1"/>
          <p:nvPr/>
        </p:nvSpPr>
        <p:spPr>
          <a:xfrm>
            <a:off x="123825" y="104775"/>
            <a:ext cx="5819775" cy="347662"/>
          </a:xfrm>
          <a:prstGeom prst="rect">
            <a:avLst/>
          </a:prstGeom>
          <a:noFill/>
          <a:ln>
            <a:noFill/>
          </a:ln>
        </p:spPr>
        <p:txBody>
          <a:bodyPr anchorCtr="0" anchor="t" bIns="0" lIns="0" spcFirstLastPara="1" rIns="0" wrap="square" tIns="0">
            <a:spAutoFit/>
          </a:bodyPr>
          <a:lstStyle/>
          <a:p>
            <a:pPr indent="0" lvl="0" marL="0" marR="0" rtl="0" algn="l">
              <a:lnSpc>
                <a:spcPct val="95000"/>
              </a:lnSpc>
              <a:spcBef>
                <a:spcPts val="0"/>
              </a:spcBef>
              <a:spcAft>
                <a:spcPts val="0"/>
              </a:spcAft>
              <a:buClr>
                <a:schemeClr val="lt1"/>
              </a:buClr>
              <a:buSzPts val="2400"/>
              <a:buFont typeface="Times New Roman"/>
              <a:buNone/>
            </a:pPr>
            <a:r>
              <a:rPr b="1" i="0" lang="en-US" sz="2400" u="none">
                <a:solidFill>
                  <a:schemeClr val="lt1"/>
                </a:solidFill>
                <a:latin typeface="Times New Roman"/>
                <a:ea typeface="Times New Roman"/>
                <a:cs typeface="Times New Roman"/>
                <a:sym typeface="Times New Roman"/>
              </a:rPr>
              <a:t>Linux Commands</a:t>
            </a:r>
            <a:endParaRPr/>
          </a:p>
        </p:txBody>
      </p:sp>
      <p:sp>
        <p:nvSpPr>
          <p:cNvPr id="298" name="Google Shape;298;p24"/>
          <p:cNvSpPr/>
          <p:nvPr/>
        </p:nvSpPr>
        <p:spPr>
          <a:xfrm>
            <a:off x="0" y="4989512"/>
            <a:ext cx="106362" cy="1868487"/>
          </a:xfrm>
          <a:prstGeom prst="roundRect">
            <a:avLst>
              <a:gd fmla="val 291" name="adj"/>
            </a:avLst>
          </a:prstGeom>
          <a:solidFill>
            <a:srgbClr val="214263"/>
          </a:solidFill>
          <a:ln cap="flat" cmpd="sng" w="9525">
            <a:solidFill>
              <a:srgbClr val="00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99" name="Google Shape;299;p24"/>
          <p:cNvSpPr txBox="1"/>
          <p:nvPr>
            <p:ph idx="4294967295" type="body"/>
          </p:nvPr>
        </p:nvSpPr>
        <p:spPr>
          <a:xfrm>
            <a:off x="381000" y="1906587"/>
            <a:ext cx="8096250" cy="4319587"/>
          </a:xfrm>
          <a:prstGeom prst="rect">
            <a:avLst/>
          </a:prstGeom>
          <a:noFill/>
          <a:ln>
            <a:noFill/>
          </a:ln>
        </p:spPr>
        <p:txBody>
          <a:bodyPr anchorCtr="0" anchor="t" bIns="45700" lIns="91425" spcFirstLastPara="1" rIns="91425" wrap="square" tIns="45700">
            <a:noAutofit/>
          </a:bodyPr>
          <a:lstStyle/>
          <a:p>
            <a:pPr indent="-311150" lvl="0" marL="311150" marR="0" rtl="0" algn="l">
              <a:lnSpc>
                <a:spcPct val="80000"/>
              </a:lnSpc>
              <a:spcBef>
                <a:spcPts val="0"/>
              </a:spcBef>
              <a:spcAft>
                <a:spcPts val="0"/>
              </a:spcAft>
              <a:buClr>
                <a:srgbClr val="000000"/>
              </a:buClr>
              <a:buSzPts val="1080"/>
              <a:buFont typeface="Noto Sans Symbols"/>
              <a:buChar char="•"/>
            </a:pPr>
            <a:r>
              <a:rPr b="1" i="0" lang="en-US" sz="2400" u="none">
                <a:solidFill>
                  <a:srgbClr val="000066"/>
                </a:solidFill>
                <a:latin typeface="Arial"/>
                <a:ea typeface="Arial"/>
                <a:cs typeface="Arial"/>
                <a:sym typeface="Arial"/>
              </a:rPr>
              <a:t>grep</a:t>
            </a:r>
            <a:r>
              <a:rPr b="0" i="0" lang="en-US" sz="2400" u="none">
                <a:solidFill>
                  <a:srgbClr val="000066"/>
                </a:solidFill>
                <a:latin typeface="Arial"/>
                <a:ea typeface="Arial"/>
                <a:cs typeface="Arial"/>
                <a:sym typeface="Arial"/>
              </a:rPr>
              <a:t> List all files with the specified expression. </a:t>
            </a:r>
            <a:br>
              <a:rPr b="0" i="0" lang="en-US" sz="2400" u="none">
                <a:solidFill>
                  <a:srgbClr val="000066"/>
                </a:solidFill>
                <a:latin typeface="Arial"/>
                <a:ea typeface="Arial"/>
                <a:cs typeface="Arial"/>
                <a:sym typeface="Arial"/>
              </a:rPr>
            </a:br>
            <a:r>
              <a:rPr b="0" i="0" lang="en-US" sz="2400" u="none">
                <a:solidFill>
                  <a:srgbClr val="000066"/>
                </a:solidFill>
                <a:latin typeface="Arial"/>
                <a:ea typeface="Arial"/>
                <a:cs typeface="Arial"/>
                <a:sym typeface="Arial"/>
              </a:rPr>
              <a:t>(</a:t>
            </a:r>
            <a:r>
              <a:rPr b="0" i="1" lang="en-US" sz="2400" u="none">
                <a:solidFill>
                  <a:srgbClr val="000066"/>
                </a:solidFill>
                <a:latin typeface="Arial"/>
                <a:ea typeface="Arial"/>
                <a:cs typeface="Arial"/>
                <a:sym typeface="Arial"/>
              </a:rPr>
              <a:t>grep pattern &lt;filename/directorypath</a:t>
            </a:r>
            <a:r>
              <a:rPr b="0" i="0" lang="en-US" sz="2400" u="none">
                <a:solidFill>
                  <a:srgbClr val="000066"/>
                </a:solidFill>
                <a:latin typeface="Arial"/>
                <a:ea typeface="Arial"/>
                <a:cs typeface="Arial"/>
                <a:sym typeface="Arial"/>
              </a:rPr>
              <a:t>&gt;)</a:t>
            </a:r>
            <a:br>
              <a:rPr b="0" i="0" lang="en-US" sz="2400" u="none">
                <a:solidFill>
                  <a:srgbClr val="000066"/>
                </a:solidFill>
                <a:latin typeface="Arial"/>
                <a:ea typeface="Arial"/>
                <a:cs typeface="Arial"/>
                <a:sym typeface="Arial"/>
              </a:rPr>
            </a:br>
            <a:br>
              <a:rPr b="0" i="0" lang="en-US" sz="2400" u="none">
                <a:solidFill>
                  <a:srgbClr val="000066"/>
                </a:solidFill>
                <a:latin typeface="Arial"/>
                <a:ea typeface="Arial"/>
                <a:cs typeface="Arial"/>
                <a:sym typeface="Arial"/>
              </a:rPr>
            </a:br>
            <a:r>
              <a:rPr b="0" i="0" lang="en-US" sz="2400" u="none">
                <a:solidFill>
                  <a:srgbClr val="000066"/>
                </a:solidFill>
                <a:latin typeface="Arial"/>
                <a:ea typeface="Arial"/>
                <a:cs typeface="Arial"/>
                <a:sym typeface="Arial"/>
              </a:rPr>
              <a:t>Ex: ls –l |grep sidbi : List all lines with a sidbi in them.</a:t>
            </a:r>
            <a:endParaRPr/>
          </a:p>
          <a:p>
            <a:pPr indent="-311150" lvl="0" marL="311150" marR="0" rtl="0" algn="l">
              <a:lnSpc>
                <a:spcPct val="80000"/>
              </a:lnSpc>
              <a:spcBef>
                <a:spcPts val="1200"/>
              </a:spcBef>
              <a:spcAft>
                <a:spcPts val="0"/>
              </a:spcAft>
              <a:buClr>
                <a:srgbClr val="000000"/>
              </a:buClr>
              <a:buSzPts val="1080"/>
              <a:buFont typeface="Noto Sans Symbols"/>
              <a:buNone/>
            </a:pPr>
            <a:r>
              <a:rPr b="0" i="0" lang="en-US" sz="2400" u="none">
                <a:solidFill>
                  <a:srgbClr val="000066"/>
                </a:solidFill>
                <a:latin typeface="Arial"/>
                <a:ea typeface="Arial"/>
                <a:cs typeface="Arial"/>
                <a:sym typeface="Arial"/>
              </a:rPr>
              <a:t>	Ex: grep " R " : Search for R with a space on each side</a:t>
            </a:r>
            <a:endParaRPr/>
          </a:p>
          <a:p>
            <a:pPr indent="-311150" lvl="0" marL="311150" marR="0" rtl="0" algn="just">
              <a:lnSpc>
                <a:spcPct val="80000"/>
              </a:lnSpc>
              <a:spcBef>
                <a:spcPts val="1200"/>
              </a:spcBef>
              <a:spcAft>
                <a:spcPts val="0"/>
              </a:spcAft>
              <a:buClr>
                <a:srgbClr val="000000"/>
              </a:buClr>
              <a:buSzPts val="1080"/>
              <a:buFont typeface="Noto Sans Symbols"/>
              <a:buChar char="•"/>
            </a:pPr>
            <a:r>
              <a:rPr b="1" i="0" lang="en-US" sz="2400" u="none">
                <a:solidFill>
                  <a:srgbClr val="000066"/>
                </a:solidFill>
                <a:latin typeface="Arial"/>
                <a:ea typeface="Arial"/>
                <a:cs typeface="Arial"/>
                <a:sym typeface="Arial"/>
              </a:rPr>
              <a:t>sleep</a:t>
            </a:r>
            <a:r>
              <a:rPr b="0" i="0" lang="en-US" sz="2400" u="none">
                <a:solidFill>
                  <a:srgbClr val="000066"/>
                </a:solidFill>
                <a:latin typeface="Arial"/>
                <a:ea typeface="Arial"/>
                <a:cs typeface="Arial"/>
                <a:sym typeface="Arial"/>
              </a:rPr>
              <a:t> Delay for a specified amount of time.</a:t>
            </a:r>
            <a:endParaRPr/>
          </a:p>
          <a:p>
            <a:pPr indent="-311150" lvl="0" marL="311150" marR="0" rtl="0" algn="just">
              <a:lnSpc>
                <a:spcPct val="80000"/>
              </a:lnSpc>
              <a:spcBef>
                <a:spcPts val="1200"/>
              </a:spcBef>
              <a:spcAft>
                <a:spcPts val="0"/>
              </a:spcAft>
              <a:buClr>
                <a:srgbClr val="000000"/>
              </a:buClr>
              <a:buSzPts val="1080"/>
              <a:buFont typeface="Noto Sans Symbols"/>
              <a:buChar char="•"/>
            </a:pPr>
            <a:r>
              <a:rPr b="1" i="0" lang="en-US" sz="2400" u="none">
                <a:solidFill>
                  <a:srgbClr val="000066"/>
                </a:solidFill>
                <a:latin typeface="Arial"/>
                <a:ea typeface="Arial"/>
                <a:cs typeface="Arial"/>
                <a:sym typeface="Arial"/>
              </a:rPr>
              <a:t>sort </a:t>
            </a:r>
            <a:r>
              <a:rPr b="0" i="0" lang="en-US" sz="2400" u="none">
                <a:solidFill>
                  <a:srgbClr val="000066"/>
                </a:solidFill>
                <a:latin typeface="Arial"/>
                <a:ea typeface="Arial"/>
                <a:cs typeface="Arial"/>
                <a:sym typeface="Arial"/>
              </a:rPr>
              <a:t>Sort a file alphabetically.</a:t>
            </a:r>
            <a:endParaRPr/>
          </a:p>
          <a:p>
            <a:pPr indent="-311150" lvl="0" marL="311150" marR="0" rtl="0" algn="just">
              <a:lnSpc>
                <a:spcPct val="80000"/>
              </a:lnSpc>
              <a:spcBef>
                <a:spcPts val="1200"/>
              </a:spcBef>
              <a:spcAft>
                <a:spcPts val="0"/>
              </a:spcAft>
              <a:buClr>
                <a:srgbClr val="000000"/>
              </a:buClr>
              <a:buSzPts val="1080"/>
              <a:buFont typeface="Noto Sans Symbols"/>
              <a:buChar char="•"/>
            </a:pPr>
            <a:r>
              <a:rPr b="1" i="0" lang="en-US" sz="2400" u="none">
                <a:solidFill>
                  <a:srgbClr val="000066"/>
                </a:solidFill>
                <a:latin typeface="Arial"/>
                <a:ea typeface="Arial"/>
                <a:cs typeface="Arial"/>
                <a:sym typeface="Arial"/>
              </a:rPr>
              <a:t>uniq </a:t>
            </a:r>
            <a:r>
              <a:rPr b="0" i="0" lang="en-US" sz="2400" u="none">
                <a:solidFill>
                  <a:srgbClr val="000066"/>
                </a:solidFill>
                <a:latin typeface="Arial"/>
                <a:ea typeface="Arial"/>
                <a:cs typeface="Arial"/>
                <a:sym typeface="Arial"/>
              </a:rPr>
              <a:t>Remove duplicate lines from a sorted file.</a:t>
            </a:r>
            <a:endParaRPr/>
          </a:p>
          <a:p>
            <a:pPr indent="-311150" lvl="0" marL="311150" marR="0" rtl="0" algn="just">
              <a:lnSpc>
                <a:spcPct val="80000"/>
              </a:lnSpc>
              <a:spcBef>
                <a:spcPts val="1200"/>
              </a:spcBef>
              <a:spcAft>
                <a:spcPts val="0"/>
              </a:spcAft>
              <a:buClr>
                <a:srgbClr val="000000"/>
              </a:buClr>
              <a:buSzPts val="1080"/>
              <a:buFont typeface="Noto Sans Symbols"/>
              <a:buChar char="•"/>
            </a:pPr>
            <a:r>
              <a:rPr b="1" i="0" lang="en-US" sz="2400" u="none">
                <a:solidFill>
                  <a:srgbClr val="000066"/>
                </a:solidFill>
                <a:latin typeface="Arial"/>
                <a:ea typeface="Arial"/>
                <a:cs typeface="Arial"/>
                <a:sym typeface="Arial"/>
              </a:rPr>
              <a:t>wc</a:t>
            </a:r>
            <a:r>
              <a:rPr b="0" i="0" lang="en-US" sz="2400" u="none">
                <a:solidFill>
                  <a:srgbClr val="000066"/>
                </a:solidFill>
                <a:latin typeface="Arial"/>
                <a:ea typeface="Arial"/>
                <a:cs typeface="Arial"/>
                <a:sym typeface="Arial"/>
              </a:rPr>
              <a:t> Count lines, words, characters in a file. (wc –c/w/l &lt;filename&gt;).</a:t>
            </a:r>
            <a:endParaRPr/>
          </a:p>
          <a:p>
            <a:pPr indent="-225107" lvl="0" marL="392112" marR="0" rtl="0" algn="l">
              <a:lnSpc>
                <a:spcPct val="95000"/>
              </a:lnSpc>
              <a:spcBef>
                <a:spcPts val="0"/>
              </a:spcBef>
              <a:spcAft>
                <a:spcPts val="0"/>
              </a:spcAft>
              <a:buClr>
                <a:srgbClr val="000000"/>
              </a:buClr>
              <a:buSzPts val="1080"/>
              <a:buFont typeface="Noto Sans Symbols"/>
              <a:buNone/>
            </a:pPr>
            <a:r>
              <a:t/>
            </a:r>
            <a:endParaRPr b="0" i="0" sz="2400" u="none">
              <a:solidFill>
                <a:srgbClr val="000066"/>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1_windowsdnsiis">
  <a:themeElements>
    <a:clrScheme name="1_windowsdnsiis">
      <a:dk1>
        <a:srgbClr val="000000"/>
      </a:dk1>
      <a:lt1>
        <a:srgbClr val="FFFFFF"/>
      </a:lt1>
      <a:dk2>
        <a:srgbClr val="000000"/>
      </a:dk2>
      <a:lt2>
        <a:srgbClr val="808080"/>
      </a:lt2>
      <a:accent1>
        <a:srgbClr val="00CC99"/>
      </a:accent1>
      <a:accent2>
        <a:srgbClr val="3333CC"/>
      </a:accent2>
      <a:accent3>
        <a:srgbClr val="FFFFFF"/>
      </a:accent3>
      <a:accent4>
        <a:srgbClr val="00CC99"/>
      </a:accent4>
      <a:accent5>
        <a:srgbClr val="3333CC"/>
      </a:accent5>
      <a:accent6>
        <a:srgbClr val="FFFFFF"/>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