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64" r:id="rId2"/>
    <p:sldId id="299" r:id="rId3"/>
    <p:sldId id="298" r:id="rId4"/>
    <p:sldId id="257" r:id="rId5"/>
    <p:sldId id="258" r:id="rId6"/>
    <p:sldId id="259" r:id="rId7"/>
    <p:sldId id="260" r:id="rId8"/>
    <p:sldId id="261" r:id="rId9"/>
    <p:sldId id="262" r:id="rId10"/>
    <p:sldId id="265" r:id="rId11"/>
    <p:sldId id="266" r:id="rId12"/>
    <p:sldId id="295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96" r:id="rId24"/>
    <p:sldId id="297" r:id="rId25"/>
    <p:sldId id="279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62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0BEA10-934E-4612-A7BE-A78C4FED375C}" type="datetimeFigureOut">
              <a:rPr lang="en-IN" smtClean="0"/>
              <a:pPr/>
              <a:t>15-08-2025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3649C-89CC-427F-B217-F273E6A5C6B1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F1125-8E3F-4DE6-B2AF-3C0A6BAEB8D6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Shell</a:t>
            </a:r>
            <a:br>
              <a:rPr lang="en-IN" dirty="0"/>
            </a:br>
            <a:r>
              <a:rPr lang="en-IN" dirty="0"/>
              <a:t>Decision Making and Loops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				</a:t>
            </a:r>
          </a:p>
          <a:p>
            <a:pPr algn="l"/>
            <a:r>
              <a:rPr lang="en-IN" dirty="0"/>
              <a:t> 	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in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There are </a:t>
            </a:r>
            <a:r>
              <a:rPr lang="en-US" b="1" dirty="0"/>
              <a:t>5</a:t>
            </a:r>
            <a:r>
              <a:rPr lang="en-US" dirty="0"/>
              <a:t> basic operators in bash/shell scripting:</a:t>
            </a:r>
          </a:p>
          <a:p>
            <a:pPr fontAlgn="base"/>
            <a:r>
              <a:rPr lang="en-US" dirty="0"/>
              <a:t>Arithmetic Operators:-   +,-*,/,%,++,--</a:t>
            </a:r>
          </a:p>
          <a:p>
            <a:pPr fontAlgn="base"/>
            <a:r>
              <a:rPr lang="en-US" dirty="0"/>
              <a:t>Relational Operators:-   &lt;,&gt;,&lt;=,&gt;=,==</a:t>
            </a:r>
          </a:p>
          <a:p>
            <a:pPr fontAlgn="base"/>
            <a:r>
              <a:rPr lang="en-US" dirty="0"/>
              <a:t>Boolean Operators:-     &amp;&amp;,||,!=</a:t>
            </a:r>
          </a:p>
          <a:p>
            <a:pPr fontAlgn="base"/>
            <a:r>
              <a:rPr lang="en-US" dirty="0"/>
              <a:t>Bitwise Operators:-      &amp;,|,^,&lt;&lt;,&gt;&gt;,~</a:t>
            </a:r>
          </a:p>
          <a:p>
            <a:pPr fontAlgn="base"/>
            <a:r>
              <a:rPr lang="en-US" dirty="0"/>
              <a:t>File Test Operators:-    -c,-d,-e,-r,-w,-x,-s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b="1" dirty="0"/>
              <a:t>[ STRING1 = STRING2 ]</a:t>
            </a:r>
            <a:r>
              <a:rPr lang="en-US" sz="2000" dirty="0"/>
              <a:t> =&gt; checks to see if the strings are equal</a:t>
            </a:r>
          </a:p>
          <a:p>
            <a:r>
              <a:rPr lang="en-US" sz="2000" dirty="0"/>
              <a:t> </a:t>
            </a:r>
            <a:r>
              <a:rPr lang="en-US" sz="2000" b="1" dirty="0"/>
              <a:t>[ STRING1 != STRING2 ]</a:t>
            </a:r>
            <a:r>
              <a:rPr lang="en-US" sz="2000" dirty="0"/>
              <a:t> =&gt; checks to see if the strings are not equal</a:t>
            </a:r>
          </a:p>
          <a:p>
            <a:r>
              <a:rPr lang="en-US" sz="2000" dirty="0"/>
              <a:t> </a:t>
            </a:r>
            <a:r>
              <a:rPr lang="en-US" sz="2000" b="1" dirty="0"/>
              <a:t>[ INTEGER1 -</a:t>
            </a:r>
            <a:r>
              <a:rPr lang="en-US" sz="2000" b="1" dirty="0" err="1"/>
              <a:t>eq</a:t>
            </a:r>
            <a:r>
              <a:rPr lang="en-US" sz="2000" b="1" dirty="0"/>
              <a:t> INTEGER2 ]</a:t>
            </a:r>
            <a:r>
              <a:rPr lang="en-US" sz="2000" dirty="0"/>
              <a:t> =&gt; checks to see if INTEGER1 is equal to INTEGER2 </a:t>
            </a:r>
          </a:p>
          <a:p>
            <a:r>
              <a:rPr lang="en-US" sz="2000" b="1" dirty="0"/>
              <a:t>[ INTEGER1 -</a:t>
            </a:r>
            <a:r>
              <a:rPr lang="en-US" sz="2000" b="1" dirty="0" err="1"/>
              <a:t>ge</a:t>
            </a:r>
            <a:r>
              <a:rPr lang="en-US" sz="2000" b="1" dirty="0"/>
              <a:t> INTEGER2 ]</a:t>
            </a:r>
            <a:r>
              <a:rPr lang="en-US" sz="2000" dirty="0"/>
              <a:t> =&gt; checks to see if INTEGER1 is greater than or equal to INTEGER2</a:t>
            </a:r>
          </a:p>
          <a:p>
            <a:r>
              <a:rPr lang="en-US" sz="2000" dirty="0"/>
              <a:t> </a:t>
            </a:r>
            <a:r>
              <a:rPr lang="en-US" sz="2000" b="1" dirty="0"/>
              <a:t>[ INTEGER1 -</a:t>
            </a:r>
            <a:r>
              <a:rPr lang="en-US" sz="2000" b="1" dirty="0" err="1"/>
              <a:t>gt</a:t>
            </a:r>
            <a:r>
              <a:rPr lang="en-US" sz="2000" b="1" dirty="0"/>
              <a:t> INTEGER2 ]</a:t>
            </a:r>
            <a:r>
              <a:rPr lang="en-US" sz="2000" dirty="0"/>
              <a:t> =&gt; checks to see if INTEGER1 is greater than INTEGER2</a:t>
            </a:r>
          </a:p>
          <a:p>
            <a:r>
              <a:rPr lang="en-US" sz="2000" dirty="0"/>
              <a:t> </a:t>
            </a:r>
            <a:r>
              <a:rPr lang="en-US" sz="2000" b="1" dirty="0"/>
              <a:t>[ INTEGER1 -le INTEGER2 ]</a:t>
            </a:r>
            <a:r>
              <a:rPr lang="en-US" sz="2000" dirty="0"/>
              <a:t> =&gt; checks to see if INTEGER1 is less than or equal to INTEGER2</a:t>
            </a:r>
          </a:p>
          <a:p>
            <a:r>
              <a:rPr lang="en-US" sz="2000" dirty="0"/>
              <a:t> </a:t>
            </a:r>
            <a:r>
              <a:rPr lang="en-US" sz="2000" b="1" dirty="0"/>
              <a:t>[ INTEGER1 -</a:t>
            </a:r>
            <a:r>
              <a:rPr lang="en-US" sz="2000" b="1" dirty="0" err="1"/>
              <a:t>lt</a:t>
            </a:r>
            <a:r>
              <a:rPr lang="en-US" sz="2000" b="1" dirty="0"/>
              <a:t> INTEGER2 ]</a:t>
            </a:r>
            <a:r>
              <a:rPr lang="en-US" sz="2000" dirty="0"/>
              <a:t> =&gt; checks to see if INTEGER1 is less than INTEGER2</a:t>
            </a:r>
          </a:p>
          <a:p>
            <a:r>
              <a:rPr lang="en-US" sz="2000" dirty="0"/>
              <a:t> </a:t>
            </a:r>
            <a:r>
              <a:rPr lang="en-US" sz="2000" b="1" dirty="0"/>
              <a:t>[ INTEGER1 -ne INTEGER2 ]</a:t>
            </a:r>
            <a:r>
              <a:rPr lang="en-US" sz="2000" dirty="0"/>
              <a:t> =&gt; checks to see if INTEGER1 is not equal to INTEGER2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 in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if [ expression ]</a:t>
            </a:r>
          </a:p>
          <a:p>
            <a:pPr>
              <a:buNone/>
            </a:pPr>
            <a:r>
              <a:rPr lang="en-US" dirty="0"/>
              <a:t>then</a:t>
            </a:r>
          </a:p>
          <a:p>
            <a:pPr>
              <a:buNone/>
            </a:pPr>
            <a:r>
              <a:rPr lang="en-US" dirty="0"/>
              <a:t>   Statement(s) to be executed if expression is true</a:t>
            </a:r>
          </a:p>
          <a:p>
            <a:pPr>
              <a:buNone/>
            </a:pPr>
            <a:r>
              <a:rPr lang="en-US" dirty="0" err="1"/>
              <a:t>fi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 in Shell (</a:t>
            </a:r>
            <a:r>
              <a:rPr lang="en-US" dirty="0" err="1"/>
              <a:t>cont</a:t>
            </a:r>
            <a:r>
              <a:rPr lang="en-US" dirty="0"/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if [ expression ]</a:t>
            </a:r>
          </a:p>
          <a:p>
            <a:pPr>
              <a:buNone/>
            </a:pPr>
            <a:r>
              <a:rPr lang="en-US" dirty="0"/>
              <a:t>then</a:t>
            </a:r>
          </a:p>
          <a:p>
            <a:pPr>
              <a:buNone/>
            </a:pPr>
            <a:r>
              <a:rPr lang="en-US" dirty="0"/>
              <a:t>   Statement(s) to be executed if expression is true</a:t>
            </a:r>
          </a:p>
          <a:p>
            <a:pPr>
              <a:buNone/>
            </a:pPr>
            <a:r>
              <a:rPr lang="en-US" dirty="0"/>
              <a:t>else</a:t>
            </a:r>
          </a:p>
          <a:p>
            <a:pPr>
              <a:buNone/>
            </a:pPr>
            <a:r>
              <a:rPr lang="en-US" dirty="0"/>
              <a:t>   Statement(s) to be executed if expression is not true</a:t>
            </a:r>
          </a:p>
          <a:p>
            <a:pPr>
              <a:buNone/>
            </a:pPr>
            <a:r>
              <a:rPr lang="en-US" dirty="0" err="1"/>
              <a:t>fi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 in Shell 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dirty="0"/>
              <a:t>if [ expression 1 ]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then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   Statement(s) to be executed if expression 1 is true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 err="1"/>
              <a:t>elif</a:t>
            </a:r>
            <a:r>
              <a:rPr lang="en-US" sz="2800" dirty="0"/>
              <a:t> [ expression 2 ]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then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   Statement(s) to be executed if expression 2 is true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else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   Statement(s) to be executed if no expression is true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 err="1"/>
              <a:t>fi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 in Shell 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292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b="1" u="sng" dirty="0"/>
              <a:t>Try it!!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#!/bin/</a:t>
            </a:r>
            <a:r>
              <a:rPr lang="en-US" sz="2200" dirty="0" err="1"/>
              <a:t>sh</a:t>
            </a:r>
            <a:endParaRPr lang="en-US" sz="2200" dirty="0"/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a=10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b=20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if [ $a == $b ]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then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   echo "a is equal to b"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 err="1"/>
              <a:t>elif</a:t>
            </a:r>
            <a:r>
              <a:rPr lang="en-US" sz="2200" dirty="0"/>
              <a:t> [ $a -</a:t>
            </a:r>
            <a:r>
              <a:rPr lang="en-US" sz="2200" dirty="0" err="1"/>
              <a:t>gt</a:t>
            </a:r>
            <a:r>
              <a:rPr lang="en-US" sz="2200" dirty="0"/>
              <a:t> $b ]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then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   echo "a is greater than b"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 err="1"/>
              <a:t>elif</a:t>
            </a:r>
            <a:r>
              <a:rPr lang="en-US" sz="2200" dirty="0"/>
              <a:t> [ $a -</a:t>
            </a:r>
            <a:r>
              <a:rPr lang="en-US" sz="2200" dirty="0" err="1"/>
              <a:t>lt</a:t>
            </a:r>
            <a:r>
              <a:rPr lang="en-US" sz="2200" dirty="0"/>
              <a:t> $b ]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then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   echo "a is less than b"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else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   echo "None of the condition met"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 err="1"/>
              <a:t>fi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 in Shell 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u="sng" dirty="0"/>
              <a:t>Switch Case Statements</a:t>
            </a:r>
          </a:p>
          <a:p>
            <a:pPr>
              <a:spcBef>
                <a:spcPts val="0"/>
              </a:spcBef>
              <a:buNone/>
            </a:pPr>
            <a:endParaRPr lang="en-US" sz="2400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case word in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pattern1)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  Statement(s) to be executed if pattern1 matches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  ;;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pattern2)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  Statement(s) to be executed if pattern2 matches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  ;;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pattern3)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  Statement(s) to be executed if pattern3 matches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  ;;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err="1"/>
              <a:t>esac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 in Shell 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u="sng" dirty="0"/>
              <a:t>Switch Case Statements</a:t>
            </a:r>
          </a:p>
          <a:p>
            <a:pPr>
              <a:spcBef>
                <a:spcPts val="0"/>
              </a:spcBef>
              <a:buNone/>
            </a:pPr>
            <a:endParaRPr lang="en-US" sz="2400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#!/bin/</a:t>
            </a:r>
            <a:r>
              <a:rPr lang="en-US" sz="2400" dirty="0" err="1"/>
              <a:t>sh</a:t>
            </a:r>
            <a:endParaRPr lang="en-US" sz="2400" dirty="0"/>
          </a:p>
          <a:p>
            <a:pPr>
              <a:spcBef>
                <a:spcPts val="0"/>
              </a:spcBef>
              <a:buNone/>
            </a:pPr>
            <a:endParaRPr lang="en-US" sz="2400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FRUIT="kiwi"</a:t>
            </a:r>
          </a:p>
          <a:p>
            <a:pPr>
              <a:spcBef>
                <a:spcPts val="0"/>
              </a:spcBef>
              <a:buNone/>
            </a:pPr>
            <a:endParaRPr lang="en-US" sz="2400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case "$FRUIT" in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"apple") echo "Apple pie is quite tasty." 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;;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"banana") echo "I like banana nut bread." 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;;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"kiwi") echo "New Zealand is famous for kiwi." 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;;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err="1"/>
              <a:t>esac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u="sng" dirty="0"/>
              <a:t>For loops</a:t>
            </a:r>
          </a:p>
          <a:p>
            <a:pPr>
              <a:spcBef>
                <a:spcPts val="0"/>
              </a:spcBef>
              <a:buNone/>
            </a:pPr>
            <a:endParaRPr lang="en-US" sz="2400" b="1" u="sng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for </a:t>
            </a:r>
            <a:r>
              <a:rPr lang="en-US" sz="2400" dirty="0" err="1"/>
              <a:t>var</a:t>
            </a:r>
            <a:r>
              <a:rPr lang="en-US" sz="2400" dirty="0"/>
              <a:t> in word1 word2 ... </a:t>
            </a:r>
            <a:r>
              <a:rPr lang="en-US" sz="2400" dirty="0" err="1"/>
              <a:t>wordN</a:t>
            </a:r>
            <a:endParaRPr lang="en-US" sz="2400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do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Statement(s) to be executed for every word.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done</a:t>
            </a:r>
          </a:p>
          <a:p>
            <a:pPr>
              <a:spcBef>
                <a:spcPts val="0"/>
              </a:spcBef>
              <a:buNone/>
            </a:pPr>
            <a:endParaRPr lang="en-US" sz="2400" dirty="0"/>
          </a:p>
          <a:p>
            <a:pPr>
              <a:spcBef>
                <a:spcPts val="0"/>
              </a:spcBef>
              <a:buNone/>
            </a:pPr>
            <a:endParaRPr lang="en-US" sz="2400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#!/bin/</a:t>
            </a:r>
            <a:r>
              <a:rPr lang="en-US" sz="2400" dirty="0" err="1"/>
              <a:t>sh</a:t>
            </a:r>
            <a:endParaRPr lang="en-US" sz="2400" dirty="0"/>
          </a:p>
          <a:p>
            <a:pPr>
              <a:spcBef>
                <a:spcPts val="0"/>
              </a:spcBef>
              <a:buNone/>
            </a:pPr>
            <a:endParaRPr lang="en-US" sz="2400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for </a:t>
            </a:r>
            <a:r>
              <a:rPr lang="en-US" sz="2400" dirty="0" err="1"/>
              <a:t>var</a:t>
            </a:r>
            <a:r>
              <a:rPr lang="en-US" sz="2400" dirty="0"/>
              <a:t> in 0 1 2 3 4 5 6 7 8 9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do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echo $</a:t>
            </a:r>
            <a:r>
              <a:rPr lang="en-US" sz="2400" dirty="0" err="1"/>
              <a:t>var</a:t>
            </a:r>
            <a:endParaRPr lang="en-US" sz="2400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done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u="sng" dirty="0"/>
              <a:t>For loops</a:t>
            </a:r>
          </a:p>
          <a:p>
            <a:pPr>
              <a:spcBef>
                <a:spcPts val="0"/>
              </a:spcBef>
              <a:buNone/>
            </a:pPr>
            <a:endParaRPr lang="en-US" sz="2400" b="1" u="sng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#!/bin/</a:t>
            </a:r>
            <a:r>
              <a:rPr lang="en-US" sz="2400" dirty="0" err="1"/>
              <a:t>sh</a:t>
            </a:r>
            <a:endParaRPr lang="en-US" sz="2400" dirty="0"/>
          </a:p>
          <a:p>
            <a:pPr>
              <a:spcBef>
                <a:spcPts val="0"/>
              </a:spcBef>
              <a:buNone/>
            </a:pPr>
            <a:endParaRPr lang="en-US" sz="2400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for FILE in $HOME/.bash*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do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echo $FILE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done</a:t>
            </a:r>
          </a:p>
          <a:p>
            <a:pPr>
              <a:spcBef>
                <a:spcPts val="0"/>
              </a:spcBef>
              <a:buNone/>
            </a:pPr>
            <a:endParaRPr lang="en-US" sz="2400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This will produce following result: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/root/.</a:t>
            </a:r>
            <a:r>
              <a:rPr lang="en-US" sz="2400" dirty="0" err="1"/>
              <a:t>bash_history</a:t>
            </a:r>
            <a:endParaRPr lang="en-US" sz="2400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/root/.</a:t>
            </a:r>
            <a:r>
              <a:rPr lang="en-US" sz="2400" dirty="0" err="1"/>
              <a:t>bash_logout</a:t>
            </a:r>
            <a:endParaRPr lang="en-US" sz="2400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/root/.</a:t>
            </a:r>
            <a:r>
              <a:rPr lang="en-US" sz="2400" dirty="0" err="1"/>
              <a:t>bash_profile</a:t>
            </a:r>
            <a:endParaRPr lang="en-US" sz="2400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/root/.</a:t>
            </a:r>
            <a:r>
              <a:rPr lang="en-US" sz="2400" dirty="0" err="1"/>
              <a:t>bashrc</a:t>
            </a:r>
            <a:endParaRPr lang="en-US" sz="2400" dirty="0"/>
          </a:p>
          <a:p>
            <a:pPr>
              <a:spcBef>
                <a:spcPts val="0"/>
              </a:spcBef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 for Loop to execute command</a:t>
            </a:r>
          </a:p>
          <a:p>
            <a:pPr>
              <a:buNone/>
            </a:pPr>
            <a:r>
              <a:rPr lang="en-US" dirty="0"/>
              <a:t>  for command in </a:t>
            </a:r>
            <a:r>
              <a:rPr lang="en-US" dirty="0" err="1"/>
              <a:t>ls</a:t>
            </a:r>
            <a:r>
              <a:rPr lang="en-US" dirty="0"/>
              <a:t> </a:t>
            </a:r>
            <a:r>
              <a:rPr lang="en-US" dirty="0" err="1"/>
              <a:t>pwd</a:t>
            </a:r>
            <a:r>
              <a:rPr lang="en-US" dirty="0"/>
              <a:t> date</a:t>
            </a:r>
          </a:p>
          <a:p>
            <a:pPr>
              <a:buNone/>
            </a:pPr>
            <a:r>
              <a:rPr lang="en-US" dirty="0"/>
              <a:t>do</a:t>
            </a:r>
          </a:p>
          <a:p>
            <a:pPr>
              <a:buNone/>
            </a:pPr>
            <a:r>
              <a:rPr lang="en-US" dirty="0"/>
              <a:t>    echo “$command” </a:t>
            </a:r>
            <a:r>
              <a:rPr lang="en-US" sz="2000" b="1" dirty="0"/>
              <a:t># this line display only command name</a:t>
            </a:r>
          </a:p>
          <a:p>
            <a:pPr>
              <a:buNone/>
            </a:pPr>
            <a:r>
              <a:rPr lang="en-US" dirty="0"/>
              <a:t>    $command               </a:t>
            </a:r>
            <a:r>
              <a:rPr lang="en-US" sz="2000" b="1" dirty="0"/>
              <a:t># this will execute command</a:t>
            </a:r>
          </a:p>
          <a:p>
            <a:pPr>
              <a:buNone/>
            </a:pPr>
            <a:r>
              <a:rPr lang="en-US" dirty="0"/>
              <a:t>done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u="sng" dirty="0"/>
              <a:t>For loops more examples:</a:t>
            </a:r>
          </a:p>
          <a:p>
            <a:pPr>
              <a:spcBef>
                <a:spcPts val="0"/>
              </a:spcBef>
              <a:buNone/>
            </a:pPr>
            <a:endParaRPr lang="en-US" sz="2400" b="1" u="sng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$ cat for1.sh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err="1"/>
              <a:t>i</a:t>
            </a:r>
            <a:r>
              <a:rPr lang="en-US" sz="2400" dirty="0"/>
              <a:t>=1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for day in Mon Tue Wed Thu Fri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do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echo "Weekday $((</a:t>
            </a:r>
            <a:r>
              <a:rPr lang="en-US" sz="2400" dirty="0" err="1"/>
              <a:t>i</a:t>
            </a:r>
            <a:r>
              <a:rPr lang="en-US" sz="2400" dirty="0"/>
              <a:t>++)) : $day"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done</a:t>
            </a:r>
          </a:p>
          <a:p>
            <a:pPr>
              <a:spcBef>
                <a:spcPts val="0"/>
              </a:spcBef>
              <a:buNone/>
            </a:pPr>
            <a:endParaRPr lang="en-US" sz="2400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$ ./for1.sh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Weekday 1 : Mon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Weekday 2 : Tue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Weekday 3 : Wed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Weekday 4 : Thu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Weekday 5 : Fri</a:t>
            </a:r>
          </a:p>
          <a:p>
            <a:pPr>
              <a:spcBef>
                <a:spcPts val="0"/>
              </a:spcBef>
              <a:buNone/>
            </a:pPr>
            <a:endParaRPr lang="en-US" sz="2400" b="1" u="sng" dirty="0"/>
          </a:p>
          <a:p>
            <a:pPr>
              <a:spcBef>
                <a:spcPts val="0"/>
              </a:spcBef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u="sng" dirty="0"/>
              <a:t>For loops more examples (in-list):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$ cat for2.sh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 err="1"/>
              <a:t>i</a:t>
            </a:r>
            <a:r>
              <a:rPr lang="en-US" sz="2800" dirty="0"/>
              <a:t>=1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weekdays="Mon Tue Wed Thu Fri"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for day in $weekdays      </a:t>
            </a:r>
            <a:r>
              <a:rPr lang="en-US" sz="2000" dirty="0"/>
              <a:t># if “$weekdays” then single iteration</a:t>
            </a: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do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 echo "Weekday $((</a:t>
            </a:r>
            <a:r>
              <a:rPr lang="en-US" sz="2800" dirty="0" err="1"/>
              <a:t>i</a:t>
            </a:r>
            <a:r>
              <a:rPr lang="en-US" sz="2800" dirty="0"/>
              <a:t>++)) : $day"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done</a:t>
            </a:r>
          </a:p>
          <a:p>
            <a:pPr>
              <a:spcBef>
                <a:spcPts val="0"/>
              </a:spcBef>
              <a:buNone/>
            </a:pPr>
            <a:endParaRPr lang="en-US" sz="1800" baseline="-25000" dirty="0"/>
          </a:p>
          <a:p>
            <a:pPr>
              <a:spcBef>
                <a:spcPts val="0"/>
              </a:spcBef>
              <a:buNone/>
            </a:pPr>
            <a:r>
              <a:rPr lang="en-US" sz="1800" baseline="-25000" dirty="0"/>
              <a:t>$ ./for2.sh</a:t>
            </a:r>
          </a:p>
          <a:p>
            <a:pPr>
              <a:spcBef>
                <a:spcPts val="0"/>
              </a:spcBef>
              <a:buNone/>
            </a:pPr>
            <a:r>
              <a:rPr lang="en-US" sz="1800" baseline="-25000" dirty="0"/>
              <a:t>Weekday 1 : Mon</a:t>
            </a:r>
          </a:p>
          <a:p>
            <a:pPr>
              <a:spcBef>
                <a:spcPts val="0"/>
              </a:spcBef>
              <a:buNone/>
            </a:pPr>
            <a:r>
              <a:rPr lang="en-US" sz="1800" baseline="-25000" dirty="0"/>
              <a:t>Weekday 2 : Tue</a:t>
            </a:r>
          </a:p>
          <a:p>
            <a:pPr>
              <a:spcBef>
                <a:spcPts val="0"/>
              </a:spcBef>
              <a:buNone/>
            </a:pPr>
            <a:r>
              <a:rPr lang="en-US" sz="1800" baseline="-25000" dirty="0"/>
              <a:t>Weekday 3 : Wed</a:t>
            </a:r>
          </a:p>
          <a:p>
            <a:pPr>
              <a:spcBef>
                <a:spcPts val="0"/>
              </a:spcBef>
              <a:buNone/>
            </a:pPr>
            <a:r>
              <a:rPr lang="en-US" sz="1800" baseline="-25000" dirty="0"/>
              <a:t>Weekday 4 : Thu</a:t>
            </a:r>
          </a:p>
          <a:p>
            <a:pPr>
              <a:spcBef>
                <a:spcPts val="0"/>
              </a:spcBef>
              <a:buNone/>
            </a:pPr>
            <a:r>
              <a:rPr lang="en-US" sz="1800" baseline="-25000" dirty="0"/>
              <a:t>Weekday 5 : Fri</a:t>
            </a:r>
          </a:p>
          <a:p>
            <a:pPr>
              <a:spcBef>
                <a:spcPts val="0"/>
              </a:spcBef>
              <a:buNone/>
            </a:pPr>
            <a:endParaRPr lang="en-US" sz="2400" b="1" u="sng" dirty="0"/>
          </a:p>
          <a:p>
            <a:pPr>
              <a:spcBef>
                <a:spcPts val="0"/>
              </a:spcBef>
              <a:buNone/>
            </a:pPr>
            <a:endParaRPr lang="en-US" sz="2400" b="1" u="sng" dirty="0"/>
          </a:p>
          <a:p>
            <a:pPr>
              <a:spcBef>
                <a:spcPts val="0"/>
              </a:spcBef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u="sng" dirty="0"/>
              <a:t>For loops more examples (using positional parameters):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$ cat for3.sh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 err="1"/>
              <a:t>i</a:t>
            </a:r>
            <a:r>
              <a:rPr lang="en-US" sz="2800" dirty="0"/>
              <a:t>=1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for day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do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 echo "Weekday $((</a:t>
            </a:r>
            <a:r>
              <a:rPr lang="en-US" sz="2800" dirty="0" err="1"/>
              <a:t>i</a:t>
            </a:r>
            <a:r>
              <a:rPr lang="en-US" sz="2800" dirty="0"/>
              <a:t>++)) : $day"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done</a:t>
            </a:r>
          </a:p>
          <a:p>
            <a:pPr>
              <a:spcBef>
                <a:spcPts val="0"/>
              </a:spcBef>
              <a:buNone/>
            </a:pP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$ ./for3.sh Mon Tue Wed Thu Fri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Weekday 1 : Mon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Weekday 2 : Tue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Weekday 3 : Wed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Weekday 4 : Thu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Weekday 5 : Fri</a:t>
            </a:r>
            <a:endParaRPr lang="en-US" sz="1800" b="1" u="sng" dirty="0"/>
          </a:p>
          <a:p>
            <a:pPr>
              <a:spcBef>
                <a:spcPts val="0"/>
              </a:spcBef>
              <a:buNone/>
            </a:pPr>
            <a:endParaRPr lang="en-US" sz="2400" b="1" u="sng" dirty="0"/>
          </a:p>
          <a:p>
            <a:pPr>
              <a:spcBef>
                <a:spcPts val="0"/>
              </a:spcBef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u="sng" dirty="0"/>
              <a:t>For loops more examples (c style):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$ cat for4.sh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for (( </a:t>
            </a:r>
            <a:r>
              <a:rPr lang="en-US" sz="2800" dirty="0" err="1"/>
              <a:t>i</a:t>
            </a:r>
            <a:r>
              <a:rPr lang="en-US" sz="2800" dirty="0"/>
              <a:t>=1; </a:t>
            </a:r>
            <a:r>
              <a:rPr lang="en-US" sz="2800" dirty="0" err="1"/>
              <a:t>i</a:t>
            </a:r>
            <a:r>
              <a:rPr lang="en-US" sz="2800" dirty="0"/>
              <a:t> &lt;= 5; </a:t>
            </a:r>
            <a:r>
              <a:rPr lang="en-US" sz="2800" dirty="0" err="1"/>
              <a:t>i</a:t>
            </a:r>
            <a:r>
              <a:rPr lang="en-US" sz="2800" dirty="0"/>
              <a:t>++ ))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do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 echo "Random number $</a:t>
            </a:r>
            <a:r>
              <a:rPr lang="en-US" sz="2800" dirty="0" err="1"/>
              <a:t>i</a:t>
            </a:r>
            <a:r>
              <a:rPr lang="en-US" sz="2800" dirty="0"/>
              <a:t>: $RANDOM"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done</a:t>
            </a:r>
          </a:p>
          <a:p>
            <a:pPr>
              <a:spcBef>
                <a:spcPts val="0"/>
              </a:spcBef>
              <a:buNone/>
            </a:pP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$ ./for4.sh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Random number 1: 23320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Random number 2: 5070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Random number 3: 15202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Random number 4: 23861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Random number 5: 23435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u="sng" dirty="0"/>
              <a:t>For loops more examples (c style):</a:t>
            </a:r>
          </a:p>
          <a:p>
            <a:pPr>
              <a:spcBef>
                <a:spcPts val="0"/>
              </a:spcBef>
              <a:buNone/>
            </a:pP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$ cat for5.sh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 err="1"/>
              <a:t>i</a:t>
            </a:r>
            <a:r>
              <a:rPr lang="en-US" sz="2800" dirty="0"/>
              <a:t>=1;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for (( ; ; ))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do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      echo "Number: $((</a:t>
            </a:r>
            <a:r>
              <a:rPr lang="en-US" sz="2800" dirty="0" err="1"/>
              <a:t>i</a:t>
            </a:r>
            <a:r>
              <a:rPr lang="en-US" sz="2800" dirty="0"/>
              <a:t>++))“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done</a:t>
            </a:r>
          </a:p>
          <a:p>
            <a:pPr>
              <a:spcBef>
                <a:spcPts val="0"/>
              </a:spcBef>
              <a:buNone/>
            </a:pP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	&gt;&gt;Infinite loop</a:t>
            </a:r>
            <a:br>
              <a:rPr lang="en-US" sz="2800" dirty="0"/>
            </a:br>
            <a:r>
              <a:rPr lang="en-US" sz="2800" dirty="0"/>
              <a:t>&gt;&gt;use ctrl 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u="sng" dirty="0"/>
              <a:t>For loops more examples (c style):</a:t>
            </a:r>
          </a:p>
          <a:p>
            <a:pPr>
              <a:spcBef>
                <a:spcPts val="0"/>
              </a:spcBef>
              <a:buNone/>
            </a:pP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$ cat for6.sh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for ((</a:t>
            </a:r>
            <a:r>
              <a:rPr lang="en-US" sz="2800" dirty="0" err="1"/>
              <a:t>i</a:t>
            </a:r>
            <a:r>
              <a:rPr lang="en-US" sz="2800" dirty="0"/>
              <a:t>=1, j=10; </a:t>
            </a:r>
            <a:r>
              <a:rPr lang="en-US" sz="2800" dirty="0" err="1"/>
              <a:t>i</a:t>
            </a:r>
            <a:r>
              <a:rPr lang="en-US" sz="2800" dirty="0"/>
              <a:t> &lt;= 5 ; </a:t>
            </a:r>
            <a:r>
              <a:rPr lang="en-US" sz="2800" dirty="0" err="1"/>
              <a:t>i</a:t>
            </a:r>
            <a:r>
              <a:rPr lang="en-US" sz="2800" dirty="0"/>
              <a:t>++, j=j+5))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do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 echo "Number $</a:t>
            </a:r>
            <a:r>
              <a:rPr lang="en-US" sz="2800" dirty="0" err="1"/>
              <a:t>i</a:t>
            </a:r>
            <a:r>
              <a:rPr lang="en-US" sz="2800" dirty="0"/>
              <a:t>: $j"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done</a:t>
            </a:r>
          </a:p>
          <a:p>
            <a:pPr>
              <a:spcBef>
                <a:spcPts val="0"/>
              </a:spcBef>
              <a:buNone/>
            </a:pP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$ ./for6.sh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Number 1: 10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Number 2: 15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Number 3: 20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Number 4: 25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Number 5: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u="sng" dirty="0"/>
              <a:t>For loops more examples (c style):</a:t>
            </a:r>
          </a:p>
          <a:p>
            <a:pPr>
              <a:spcBef>
                <a:spcPts val="0"/>
              </a:spcBef>
              <a:buNone/>
            </a:pP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$ cat for7.sh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for num in {1..10}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do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 echo "Number: $num"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done</a:t>
            </a:r>
          </a:p>
          <a:p>
            <a:pPr>
              <a:spcBef>
                <a:spcPts val="0"/>
              </a:spcBef>
              <a:buNone/>
            </a:pP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$ ./for7.sh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Number: 1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Number: 2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Number: 3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Number: 4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Number: 5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...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u="sng" dirty="0"/>
              <a:t>For loops more examples (c style):</a:t>
            </a:r>
          </a:p>
          <a:p>
            <a:pPr>
              <a:spcBef>
                <a:spcPts val="0"/>
              </a:spcBef>
              <a:buNone/>
            </a:pP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$ cat for8.sh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for num in {1..10..2}  # { start..end..increment}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do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 echo "Number: $num"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Done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$ ./for8.sh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Number: 1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Number: 3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Number: 5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Number: 7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Number: 9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u="sng" dirty="0"/>
              <a:t>While loop:</a:t>
            </a:r>
          </a:p>
          <a:p>
            <a:pPr>
              <a:spcBef>
                <a:spcPts val="0"/>
              </a:spcBef>
              <a:buNone/>
            </a:pP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while command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do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   Statement(s) to be executed if command is true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done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u="sng" dirty="0"/>
              <a:t>While loop:</a:t>
            </a:r>
          </a:p>
          <a:p>
            <a:pPr>
              <a:spcBef>
                <a:spcPts val="0"/>
              </a:spcBef>
              <a:buNone/>
            </a:pP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#!/bin/</a:t>
            </a:r>
            <a:r>
              <a:rPr lang="en-US" sz="2400" dirty="0" err="1"/>
              <a:t>sh</a:t>
            </a:r>
            <a:endParaRPr lang="en-US" sz="2400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a=0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while [ $a -</a:t>
            </a:r>
            <a:r>
              <a:rPr lang="en-US" sz="2400" dirty="0" err="1"/>
              <a:t>lt</a:t>
            </a:r>
            <a:r>
              <a:rPr lang="en-US" sz="2400" dirty="0"/>
              <a:t> 10 ]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do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echo $a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a=`</a:t>
            </a:r>
            <a:r>
              <a:rPr lang="en-US" sz="2400" dirty="0" err="1"/>
              <a:t>expr</a:t>
            </a:r>
            <a:r>
              <a:rPr lang="en-US" sz="2400" dirty="0"/>
              <a:t> $a + 1`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done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This will produce following result: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0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1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2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3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4 5 6 7 8 9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we read file content using only one variable in while loop</a:t>
            </a:r>
          </a:p>
          <a:p>
            <a:pPr>
              <a:buNone/>
            </a:pPr>
            <a:r>
              <a:rPr lang="en-US" dirty="0"/>
              <a:t>while read p</a:t>
            </a:r>
          </a:p>
          <a:p>
            <a:pPr>
              <a:spcBef>
                <a:spcPts val="0"/>
              </a:spcBef>
              <a:buNone/>
            </a:pPr>
            <a:r>
              <a:rPr lang="en-US" dirty="0"/>
              <a:t>do</a:t>
            </a:r>
          </a:p>
          <a:p>
            <a:pPr>
              <a:spcBef>
                <a:spcPts val="0"/>
              </a:spcBef>
              <a:buNone/>
            </a:pPr>
            <a:r>
              <a:rPr lang="en-US" dirty="0"/>
              <a:t>       echo $p</a:t>
            </a:r>
          </a:p>
          <a:p>
            <a:pPr>
              <a:spcBef>
                <a:spcPts val="0"/>
              </a:spcBef>
              <a:buNone/>
            </a:pPr>
            <a:r>
              <a:rPr lang="en-US" dirty="0"/>
              <a:t>done &lt;hello.sh   #</a:t>
            </a:r>
            <a:r>
              <a:rPr lang="en-US" i="1" dirty="0"/>
              <a:t>This is an input redirection operator which redirected the content of file to while loop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Second way of reading a file using single variable</a:t>
            </a:r>
          </a:p>
          <a:p>
            <a:pPr>
              <a:buNone/>
            </a:pPr>
            <a:r>
              <a:rPr lang="en-US" dirty="0"/>
              <a:t>cat hello.sh| while read p</a:t>
            </a:r>
          </a:p>
          <a:p>
            <a:pPr>
              <a:buNone/>
            </a:pPr>
            <a:r>
              <a:rPr lang="en-US" dirty="0"/>
              <a:t>do</a:t>
            </a:r>
          </a:p>
          <a:p>
            <a:pPr>
              <a:buNone/>
            </a:pPr>
            <a:r>
              <a:rPr lang="en-US" dirty="0"/>
              <a:t>echo $p</a:t>
            </a:r>
          </a:p>
          <a:p>
            <a:pPr>
              <a:buNone/>
            </a:pPr>
            <a:r>
              <a:rPr lang="en-US" dirty="0"/>
              <a:t>done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u="sng" dirty="0"/>
              <a:t>Until loop:</a:t>
            </a: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#!/bin/</a:t>
            </a:r>
            <a:r>
              <a:rPr lang="en-US" sz="2400" dirty="0" err="1"/>
              <a:t>sh</a:t>
            </a:r>
            <a:endParaRPr lang="en-US" sz="2400" dirty="0"/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a=0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until [  $a -</a:t>
            </a:r>
            <a:r>
              <a:rPr lang="en-US" sz="2400" dirty="0" err="1"/>
              <a:t>gt</a:t>
            </a:r>
            <a:r>
              <a:rPr lang="en-US" sz="2400" dirty="0"/>
              <a:t> 7 ] # as long as this fails the loop continues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do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echo $a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   a=`</a:t>
            </a:r>
            <a:r>
              <a:rPr lang="en-US" sz="2400" dirty="0" err="1"/>
              <a:t>expr</a:t>
            </a:r>
            <a:r>
              <a:rPr lang="en-US" sz="2400" dirty="0"/>
              <a:t> $a + 1`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done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Output:-  0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1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2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3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4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5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6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/>
              <a:t>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u="sng" dirty="0"/>
              <a:t>select loop:</a:t>
            </a:r>
          </a:p>
          <a:p>
            <a:pPr>
              <a:spcBef>
                <a:spcPts val="0"/>
              </a:spcBef>
              <a:buNone/>
            </a:pP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The </a:t>
            </a:r>
            <a:r>
              <a:rPr lang="en-US" sz="2800" i="1" dirty="0"/>
              <a:t>select</a:t>
            </a:r>
            <a:r>
              <a:rPr lang="en-US" sz="2800" dirty="0"/>
              <a:t> loop provides an easy way to create a numbered menu from which users can select options. It is useful when you need to ask the user to choose one or more items from a list of choices.</a:t>
            </a:r>
          </a:p>
          <a:p>
            <a:pPr>
              <a:spcBef>
                <a:spcPts val="0"/>
              </a:spcBef>
              <a:buNone/>
            </a:pP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This loop was introduced in </a:t>
            </a:r>
            <a:r>
              <a:rPr lang="en-US" sz="2800" dirty="0" err="1"/>
              <a:t>ksh</a:t>
            </a:r>
            <a:r>
              <a:rPr lang="en-US" sz="2800" dirty="0"/>
              <a:t> and has been adapted into bash. It is not available in sh.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u="sng" dirty="0"/>
              <a:t>select loop:</a:t>
            </a:r>
          </a:p>
          <a:p>
            <a:pPr>
              <a:spcBef>
                <a:spcPts val="0"/>
              </a:spcBef>
              <a:buNone/>
            </a:pP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Syntax:</a:t>
            </a:r>
          </a:p>
          <a:p>
            <a:pPr>
              <a:spcBef>
                <a:spcPts val="0"/>
              </a:spcBef>
              <a:buNone/>
            </a:pP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select </a:t>
            </a:r>
            <a:r>
              <a:rPr lang="en-US" sz="2800" dirty="0" err="1"/>
              <a:t>var</a:t>
            </a:r>
            <a:r>
              <a:rPr lang="en-US" sz="2800" dirty="0"/>
              <a:t> in word1 word2 ... </a:t>
            </a:r>
            <a:r>
              <a:rPr lang="en-US" sz="2800" dirty="0" err="1"/>
              <a:t>wordN</a:t>
            </a: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do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   Statement(s) to be executed for every word.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/>
              <a:t>done</a:t>
            </a:r>
          </a:p>
          <a:p>
            <a:pPr>
              <a:spcBef>
                <a:spcPts val="0"/>
              </a:spcBef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u="sng" dirty="0"/>
              <a:t>select loop: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select DRINK in tea </a:t>
            </a:r>
            <a:r>
              <a:rPr lang="en-US" sz="2000" dirty="0" err="1"/>
              <a:t>cofee</a:t>
            </a:r>
            <a:r>
              <a:rPr lang="en-US" sz="2000" dirty="0"/>
              <a:t> water juice </a:t>
            </a:r>
            <a:r>
              <a:rPr lang="en-US" sz="2000" dirty="0" err="1"/>
              <a:t>appe</a:t>
            </a:r>
            <a:r>
              <a:rPr lang="en-US" sz="2000" dirty="0"/>
              <a:t> all none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do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case $DRINK in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   </a:t>
            </a:r>
            <a:r>
              <a:rPr lang="en-US" sz="2000" dirty="0" err="1"/>
              <a:t>tea|cofee|water|all</a:t>
            </a:r>
            <a:r>
              <a:rPr lang="en-US" sz="2000" dirty="0"/>
              <a:t>)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      echo "Go to canteen"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      ;;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   </a:t>
            </a:r>
            <a:r>
              <a:rPr lang="en-US" sz="2000" dirty="0" err="1"/>
              <a:t>juice|appe</a:t>
            </a:r>
            <a:r>
              <a:rPr lang="en-US" sz="2000" dirty="0"/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      echo "Available at home"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   ;;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   none)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      break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   ;;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   *) echo "ERROR: Invalid selection"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   ;;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   </a:t>
            </a:r>
            <a:r>
              <a:rPr lang="en-US" sz="2000" dirty="0" err="1"/>
              <a:t>esac</a:t>
            </a:r>
            <a:endParaRPr lang="en-US" sz="2000" dirty="0"/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done</a:t>
            </a:r>
          </a:p>
          <a:p>
            <a:pPr>
              <a:spcBef>
                <a:spcPts val="0"/>
              </a:spcBef>
              <a:buNone/>
            </a:pPr>
            <a:endParaRPr lang="en-US" sz="2800" dirty="0"/>
          </a:p>
          <a:p>
            <a:pPr>
              <a:spcBef>
                <a:spcPts val="0"/>
              </a:spcBef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Shell(cont..)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3800" b="1" u="sng" dirty="0"/>
              <a:t>select loop: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$./test.sh</a:t>
            </a:r>
          </a:p>
          <a:p>
            <a:pPr>
              <a:buNone/>
            </a:pPr>
            <a:r>
              <a:rPr lang="en-US" dirty="0"/>
              <a:t>1) tea</a:t>
            </a:r>
          </a:p>
          <a:p>
            <a:pPr>
              <a:buNone/>
            </a:pPr>
            <a:r>
              <a:rPr lang="en-US" dirty="0"/>
              <a:t>2) </a:t>
            </a:r>
            <a:r>
              <a:rPr lang="en-US" dirty="0" err="1"/>
              <a:t>cofee</a:t>
            </a:r>
            <a:endParaRPr lang="en-US" dirty="0"/>
          </a:p>
          <a:p>
            <a:pPr>
              <a:buNone/>
            </a:pPr>
            <a:r>
              <a:rPr lang="en-US" dirty="0"/>
              <a:t>3) water</a:t>
            </a:r>
          </a:p>
          <a:p>
            <a:pPr>
              <a:buNone/>
            </a:pPr>
            <a:r>
              <a:rPr lang="en-US" dirty="0"/>
              <a:t>4) juice</a:t>
            </a:r>
          </a:p>
          <a:p>
            <a:pPr>
              <a:buNone/>
            </a:pPr>
            <a:r>
              <a:rPr lang="en-US" dirty="0"/>
              <a:t>5) </a:t>
            </a:r>
            <a:r>
              <a:rPr lang="en-US" dirty="0" err="1"/>
              <a:t>appe</a:t>
            </a:r>
            <a:endParaRPr lang="en-US" dirty="0"/>
          </a:p>
          <a:p>
            <a:pPr>
              <a:buNone/>
            </a:pPr>
            <a:r>
              <a:rPr lang="en-US" dirty="0"/>
              <a:t>6) all</a:t>
            </a:r>
          </a:p>
          <a:p>
            <a:pPr>
              <a:buNone/>
            </a:pPr>
            <a:r>
              <a:rPr lang="en-US" dirty="0"/>
              <a:t>7) none</a:t>
            </a:r>
          </a:p>
          <a:p>
            <a:pPr>
              <a:buNone/>
            </a:pPr>
            <a:r>
              <a:rPr lang="en-US" dirty="0"/>
              <a:t>#? juice</a:t>
            </a:r>
          </a:p>
          <a:p>
            <a:pPr>
              <a:buNone/>
            </a:pPr>
            <a:r>
              <a:rPr lang="en-US" dirty="0"/>
              <a:t>Available at home</a:t>
            </a:r>
          </a:p>
          <a:p>
            <a:pPr>
              <a:buNone/>
            </a:pPr>
            <a:r>
              <a:rPr lang="en-US" dirty="0"/>
              <a:t>#? None</a:t>
            </a:r>
          </a:p>
          <a:p>
            <a:pPr>
              <a:buNone/>
            </a:pPr>
            <a:r>
              <a:rPr lang="en-US" dirty="0"/>
              <a:t>$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1663</Words>
  <Application>Microsoft Office PowerPoint</Application>
  <PresentationFormat>On-screen Show (4:3)</PresentationFormat>
  <Paragraphs>343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Shell Decision Making and Loops</vt:lpstr>
      <vt:lpstr>Operators in Shell</vt:lpstr>
      <vt:lpstr>Operators in Shell(cont..)</vt:lpstr>
      <vt:lpstr>Decision Making in Shell</vt:lpstr>
      <vt:lpstr>Decision Making in Shell (cont…)</vt:lpstr>
      <vt:lpstr>Decision Making in Shell (cont..)</vt:lpstr>
      <vt:lpstr>Decision Making in Shell (cont..)</vt:lpstr>
      <vt:lpstr>Decision Making in Shell (cont..)</vt:lpstr>
      <vt:lpstr>Decision Making in Shell (cont..)</vt:lpstr>
      <vt:lpstr>Loops in Shell(cont..)</vt:lpstr>
      <vt:lpstr>Loops in Shell(cont..)</vt:lpstr>
      <vt:lpstr>Loops in Shell(cont..)</vt:lpstr>
      <vt:lpstr>Loops in Shell(cont..)</vt:lpstr>
      <vt:lpstr>Loops in Shell(cont..)</vt:lpstr>
      <vt:lpstr>Loops in Shell(cont..)</vt:lpstr>
      <vt:lpstr>Loops in Shell(cont..)</vt:lpstr>
      <vt:lpstr>Loops in Shell(cont..)</vt:lpstr>
      <vt:lpstr>Loops in Shell(cont..)</vt:lpstr>
      <vt:lpstr>Loops in Shell(cont..)</vt:lpstr>
      <vt:lpstr>Loops in Shell(cont..)</vt:lpstr>
      <vt:lpstr>Loops in Shell(cont..)</vt:lpstr>
      <vt:lpstr>Loops in Shell(cont..)</vt:lpstr>
      <vt:lpstr>Loops in Shell(cont..)</vt:lpstr>
      <vt:lpstr>Loops in Shell(cont..)</vt:lpstr>
      <vt:lpstr>Loops in Shell(cont..)</vt:lpstr>
      <vt:lpstr>Loops in Shell(cont..)</vt:lpstr>
      <vt:lpstr>Loops in Shell(cont..)</vt:lpstr>
      <vt:lpstr>Loops in Shell(cont..)</vt:lpstr>
      <vt:lpstr>Loops in Shell(cont..)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decision making and loops</dc:title>
  <dc:creator>divya</dc:creator>
  <cp:lastModifiedBy>Jyoti Rani [MU - Jaipur]</cp:lastModifiedBy>
  <cp:revision>21</cp:revision>
  <dcterms:created xsi:type="dcterms:W3CDTF">2006-08-16T00:00:00Z</dcterms:created>
  <dcterms:modified xsi:type="dcterms:W3CDTF">2025-08-15T15:12:32Z</dcterms:modified>
</cp:coreProperties>
</file>